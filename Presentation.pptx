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4630400" cy="8229600"/>
  <p:notesSz cx="14630400" cy="8229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0C0422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39700" y="7753348"/>
            <a:ext cx="1724025" cy="409575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2763500" y="7677150"/>
            <a:ext cx="1838325" cy="523875"/>
          </a:xfrm>
          <a:custGeom>
            <a:avLst/>
            <a:gdLst/>
            <a:ahLst/>
            <a:cxnLst/>
            <a:rect l="l" t="t" r="r" b="b"/>
            <a:pathLst>
              <a:path w="1838325" h="523875">
                <a:moveTo>
                  <a:pt x="1838325" y="0"/>
                </a:moveTo>
                <a:lnTo>
                  <a:pt x="0" y="0"/>
                </a:lnTo>
                <a:lnTo>
                  <a:pt x="0" y="523875"/>
                </a:lnTo>
                <a:lnTo>
                  <a:pt x="1838325" y="523875"/>
                </a:lnTo>
                <a:lnTo>
                  <a:pt x="18383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12768325" y="7681912"/>
            <a:ext cx="1838325" cy="523875"/>
          </a:xfrm>
          <a:custGeom>
            <a:avLst/>
            <a:gdLst/>
            <a:ahLst/>
            <a:cxnLst/>
            <a:rect l="l" t="t" r="r" b="b"/>
            <a:pathLst>
              <a:path w="1838325" h="523875">
                <a:moveTo>
                  <a:pt x="0" y="523875"/>
                </a:moveTo>
                <a:lnTo>
                  <a:pt x="1838325" y="523875"/>
                </a:lnTo>
                <a:lnTo>
                  <a:pt x="1838325" y="0"/>
                </a:lnTo>
                <a:lnTo>
                  <a:pt x="0" y="0"/>
                </a:lnTo>
                <a:lnTo>
                  <a:pt x="0" y="5238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9525" y="19050"/>
            <a:ext cx="1847850" cy="523875"/>
          </a:xfrm>
          <a:custGeom>
            <a:avLst/>
            <a:gdLst/>
            <a:ahLst/>
            <a:cxnLst/>
            <a:rect l="l" t="t" r="r" b="b"/>
            <a:pathLst>
              <a:path w="1847850" h="523875">
                <a:moveTo>
                  <a:pt x="1847850" y="0"/>
                </a:moveTo>
                <a:lnTo>
                  <a:pt x="0" y="0"/>
                </a:lnTo>
                <a:lnTo>
                  <a:pt x="0" y="523875"/>
                </a:lnTo>
                <a:lnTo>
                  <a:pt x="1847850" y="523875"/>
                </a:lnTo>
                <a:lnTo>
                  <a:pt x="18478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14287" y="23875"/>
            <a:ext cx="1847850" cy="523875"/>
          </a:xfrm>
          <a:custGeom>
            <a:avLst/>
            <a:gdLst/>
            <a:ahLst/>
            <a:cxnLst/>
            <a:rect l="l" t="t" r="r" b="b"/>
            <a:pathLst>
              <a:path w="1847850" h="523875">
                <a:moveTo>
                  <a:pt x="0" y="523875"/>
                </a:moveTo>
                <a:lnTo>
                  <a:pt x="1847850" y="523875"/>
                </a:lnTo>
                <a:lnTo>
                  <a:pt x="1847850" y="0"/>
                </a:lnTo>
                <a:lnTo>
                  <a:pt x="0" y="0"/>
                </a:lnTo>
                <a:lnTo>
                  <a:pt x="0" y="5238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595495" y="3042030"/>
            <a:ext cx="5439409" cy="655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1" i="0">
                <a:solidFill>
                  <a:srgbClr val="FF88AD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1" i="0">
                <a:solidFill>
                  <a:srgbClr val="FF88AD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1" i="0">
                <a:solidFill>
                  <a:srgbClr val="FF88AD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218551" y="2662554"/>
            <a:ext cx="4960619" cy="48558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DFD4DE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1" i="0">
                <a:solidFill>
                  <a:srgbClr val="FF88AD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" y="420623"/>
            <a:ext cx="14612112" cy="7464552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81327" y="557783"/>
            <a:ext cx="993647" cy="11277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0C0422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839700" y="7753348"/>
            <a:ext cx="1724025" cy="409575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2763500" y="7677150"/>
            <a:ext cx="1838325" cy="523875"/>
          </a:xfrm>
          <a:custGeom>
            <a:avLst/>
            <a:gdLst/>
            <a:ahLst/>
            <a:cxnLst/>
            <a:rect l="l" t="t" r="r" b="b"/>
            <a:pathLst>
              <a:path w="1838325" h="523875">
                <a:moveTo>
                  <a:pt x="1838325" y="0"/>
                </a:moveTo>
                <a:lnTo>
                  <a:pt x="0" y="0"/>
                </a:lnTo>
                <a:lnTo>
                  <a:pt x="0" y="523875"/>
                </a:lnTo>
                <a:lnTo>
                  <a:pt x="1838325" y="523875"/>
                </a:lnTo>
                <a:lnTo>
                  <a:pt x="18383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12768325" y="7681912"/>
            <a:ext cx="1838325" cy="523875"/>
          </a:xfrm>
          <a:custGeom>
            <a:avLst/>
            <a:gdLst/>
            <a:ahLst/>
            <a:cxnLst/>
            <a:rect l="l" t="t" r="r" b="b"/>
            <a:pathLst>
              <a:path w="1838325" h="523875">
                <a:moveTo>
                  <a:pt x="0" y="523875"/>
                </a:moveTo>
                <a:lnTo>
                  <a:pt x="1838325" y="523875"/>
                </a:lnTo>
                <a:lnTo>
                  <a:pt x="1838325" y="0"/>
                </a:lnTo>
                <a:lnTo>
                  <a:pt x="0" y="0"/>
                </a:lnTo>
                <a:lnTo>
                  <a:pt x="0" y="5238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95007" y="13970"/>
            <a:ext cx="9485312" cy="11419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1" i="0">
                <a:solidFill>
                  <a:srgbClr val="FF88AD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96277" y="1828285"/>
            <a:ext cx="13247369" cy="56559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image" Target="../media/image4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image" Target="../media/image17.jp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0C0422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839700" y="7753348"/>
            <a:ext cx="1724025" cy="409575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0" y="0"/>
            <a:ext cx="5486400" cy="8229600"/>
            <a:chOff x="0" y="0"/>
            <a:chExt cx="5486400" cy="8229600"/>
          </a:xfrm>
        </p:grpSpPr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5486399" cy="8229599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9524" y="9525"/>
              <a:ext cx="1838325" cy="523875"/>
            </a:xfrm>
            <a:custGeom>
              <a:avLst/>
              <a:gdLst/>
              <a:ahLst/>
              <a:cxnLst/>
              <a:rect l="l" t="t" r="r" b="b"/>
              <a:pathLst>
                <a:path w="1838325" h="523875">
                  <a:moveTo>
                    <a:pt x="1838325" y="0"/>
                  </a:moveTo>
                  <a:lnTo>
                    <a:pt x="0" y="0"/>
                  </a:lnTo>
                  <a:lnTo>
                    <a:pt x="0" y="523875"/>
                  </a:lnTo>
                  <a:lnTo>
                    <a:pt x="1838325" y="523875"/>
                  </a:lnTo>
                  <a:lnTo>
                    <a:pt x="18383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4287" y="14350"/>
              <a:ext cx="1838325" cy="523875"/>
            </a:xfrm>
            <a:custGeom>
              <a:avLst/>
              <a:gdLst/>
              <a:ahLst/>
              <a:cxnLst/>
              <a:rect l="l" t="t" r="r" b="b"/>
              <a:pathLst>
                <a:path w="1838325" h="523875">
                  <a:moveTo>
                    <a:pt x="0" y="523875"/>
                  </a:moveTo>
                  <a:lnTo>
                    <a:pt x="1838325" y="523875"/>
                  </a:lnTo>
                  <a:lnTo>
                    <a:pt x="1838325" y="0"/>
                  </a:lnTo>
                  <a:lnTo>
                    <a:pt x="0" y="0"/>
                  </a:lnTo>
                  <a:lnTo>
                    <a:pt x="0" y="5238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275704" y="1283588"/>
            <a:ext cx="6890384" cy="15322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6300"/>
              </a:lnSpc>
              <a:spcBef>
                <a:spcPts val="100"/>
              </a:spcBef>
            </a:pPr>
            <a:r>
              <a:rPr dirty="0" sz="4650" spc="-580">
                <a:latin typeface="Georgia"/>
                <a:cs typeface="Georgia"/>
              </a:rPr>
              <a:t>M</a:t>
            </a:r>
            <a:r>
              <a:rPr dirty="0" sz="4650" spc="-575">
                <a:latin typeface="Georgia"/>
                <a:cs typeface="Georgia"/>
              </a:rPr>
              <a:t>oo</a:t>
            </a:r>
            <a:r>
              <a:rPr dirty="0" sz="4650" spc="-565">
                <a:latin typeface="Georgia"/>
                <a:cs typeface="Georgia"/>
              </a:rPr>
              <a:t>d</a:t>
            </a:r>
            <a:r>
              <a:rPr dirty="0" sz="4650" spc="-580">
                <a:latin typeface="Georgia"/>
                <a:cs typeface="Georgia"/>
              </a:rPr>
              <a:t>M</a:t>
            </a:r>
            <a:r>
              <a:rPr dirty="0" sz="4650" spc="-590">
                <a:latin typeface="Georgia"/>
                <a:cs typeface="Georgia"/>
              </a:rPr>
              <a:t>ete</a:t>
            </a:r>
            <a:r>
              <a:rPr dirty="0" sz="4650" spc="-15">
                <a:latin typeface="Georgia"/>
                <a:cs typeface="Georgia"/>
              </a:rPr>
              <a:t>r</a:t>
            </a:r>
            <a:r>
              <a:rPr dirty="0" sz="4650" spc="-675">
                <a:latin typeface="Georgia"/>
                <a:cs typeface="Georgia"/>
              </a:rPr>
              <a:t> </a:t>
            </a:r>
            <a:r>
              <a:rPr dirty="0" sz="4650">
                <a:latin typeface="Georgia"/>
                <a:cs typeface="Georgia"/>
              </a:rPr>
              <a:t>—</a:t>
            </a:r>
            <a:r>
              <a:rPr dirty="0" sz="4650" spc="-575">
                <a:latin typeface="Georgia"/>
                <a:cs typeface="Georgia"/>
              </a:rPr>
              <a:t> </a:t>
            </a:r>
            <a:r>
              <a:rPr dirty="0" sz="4650" spc="-10"/>
              <a:t>Дневник </a:t>
            </a:r>
            <a:r>
              <a:rPr dirty="0" sz="4650"/>
              <a:t>настроения</a:t>
            </a:r>
            <a:r>
              <a:rPr dirty="0" sz="4650" spc="-35"/>
              <a:t> </a:t>
            </a:r>
            <a:r>
              <a:rPr dirty="0" sz="4650"/>
              <a:t>и</a:t>
            </a:r>
            <a:r>
              <a:rPr dirty="0" sz="4650" spc="-75"/>
              <a:t> </a:t>
            </a:r>
            <a:r>
              <a:rPr dirty="0" sz="4650" spc="-10"/>
              <a:t>привычек</a:t>
            </a:r>
            <a:endParaRPr sz="4650">
              <a:latin typeface="Georgia"/>
              <a:cs typeface="Georgi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275704" y="3322002"/>
            <a:ext cx="6329680" cy="2889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700" spc="125">
                <a:solidFill>
                  <a:srgbClr val="DFD4DE"/>
                </a:solidFill>
                <a:latin typeface="Tahoma"/>
                <a:cs typeface="Tahoma"/>
              </a:rPr>
              <a:t>Веб-</a:t>
            </a:r>
            <a:r>
              <a:rPr dirty="0" sz="1700" spc="70">
                <a:solidFill>
                  <a:srgbClr val="DFD4DE"/>
                </a:solidFill>
                <a:latin typeface="Tahoma"/>
                <a:cs typeface="Tahoma"/>
              </a:rPr>
              <a:t>сайт</a:t>
            </a:r>
            <a:r>
              <a:rPr dirty="0" sz="1700" spc="125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DFD4DE"/>
                </a:solidFill>
                <a:latin typeface="Tahoma"/>
                <a:cs typeface="Tahoma"/>
              </a:rPr>
              <a:t>для</a:t>
            </a:r>
            <a:r>
              <a:rPr dirty="0" sz="1700" spc="75">
                <a:solidFill>
                  <a:srgbClr val="DFD4DE"/>
                </a:solidFill>
                <a:latin typeface="Tahoma"/>
                <a:cs typeface="Tahoma"/>
              </a:rPr>
              <a:t> отслеживания </a:t>
            </a:r>
            <a:r>
              <a:rPr dirty="0" sz="1700" spc="100">
                <a:solidFill>
                  <a:srgbClr val="DFD4DE"/>
                </a:solidFill>
                <a:latin typeface="Tahoma"/>
                <a:cs typeface="Tahoma"/>
              </a:rPr>
              <a:t>эмоций</a:t>
            </a:r>
            <a:r>
              <a:rPr dirty="0" sz="1700" spc="165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DFD4DE"/>
                </a:solidFill>
                <a:latin typeface="Tahoma"/>
                <a:cs typeface="Tahoma"/>
              </a:rPr>
              <a:t>и</a:t>
            </a:r>
            <a:r>
              <a:rPr dirty="0" sz="1700" spc="40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700" spc="65">
                <a:solidFill>
                  <a:srgbClr val="DFD4DE"/>
                </a:solidFill>
                <a:latin typeface="Tahoma"/>
                <a:cs typeface="Tahoma"/>
              </a:rPr>
              <a:t>контроля</a:t>
            </a:r>
            <a:r>
              <a:rPr dirty="0" sz="1700" spc="95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700" spc="50">
                <a:solidFill>
                  <a:srgbClr val="DFD4DE"/>
                </a:solidFill>
                <a:latin typeface="Tahoma"/>
                <a:cs typeface="Tahoma"/>
              </a:rPr>
              <a:t>привычек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6286500" y="3895725"/>
            <a:ext cx="3676015" cy="1351915"/>
            <a:chOff x="6286500" y="3895725"/>
            <a:chExt cx="3676015" cy="1351915"/>
          </a:xfrm>
        </p:grpSpPr>
        <p:sp>
          <p:nvSpPr>
            <p:cNvPr id="11" name="object 11" descr=""/>
            <p:cNvSpPr/>
            <p:nvPr/>
          </p:nvSpPr>
          <p:spPr>
            <a:xfrm>
              <a:off x="6286500" y="3895725"/>
              <a:ext cx="3667125" cy="1343025"/>
            </a:xfrm>
            <a:custGeom>
              <a:avLst/>
              <a:gdLst/>
              <a:ahLst/>
              <a:cxnLst/>
              <a:rect l="l" t="t" r="r" b="b"/>
              <a:pathLst>
                <a:path w="3667125" h="1343025">
                  <a:moveTo>
                    <a:pt x="3571621" y="0"/>
                  </a:moveTo>
                  <a:lnTo>
                    <a:pt x="95376" y="0"/>
                  </a:lnTo>
                  <a:lnTo>
                    <a:pt x="58292" y="7492"/>
                  </a:lnTo>
                  <a:lnTo>
                    <a:pt x="27939" y="27939"/>
                  </a:lnTo>
                  <a:lnTo>
                    <a:pt x="7492" y="58292"/>
                  </a:lnTo>
                  <a:lnTo>
                    <a:pt x="0" y="95376"/>
                  </a:lnTo>
                  <a:lnTo>
                    <a:pt x="0" y="1247520"/>
                  </a:lnTo>
                  <a:lnTo>
                    <a:pt x="7492" y="1284732"/>
                  </a:lnTo>
                  <a:lnTo>
                    <a:pt x="27939" y="1315085"/>
                  </a:lnTo>
                  <a:lnTo>
                    <a:pt x="58292" y="1335532"/>
                  </a:lnTo>
                  <a:lnTo>
                    <a:pt x="95376" y="1343025"/>
                  </a:lnTo>
                  <a:lnTo>
                    <a:pt x="3571621" y="1343025"/>
                  </a:lnTo>
                  <a:lnTo>
                    <a:pt x="3608831" y="1335532"/>
                  </a:lnTo>
                  <a:lnTo>
                    <a:pt x="3639184" y="1315085"/>
                  </a:lnTo>
                  <a:lnTo>
                    <a:pt x="3659631" y="1284732"/>
                  </a:lnTo>
                  <a:lnTo>
                    <a:pt x="3667125" y="1247520"/>
                  </a:lnTo>
                  <a:lnTo>
                    <a:pt x="3667125" y="95376"/>
                  </a:lnTo>
                  <a:lnTo>
                    <a:pt x="3659631" y="58292"/>
                  </a:lnTo>
                  <a:lnTo>
                    <a:pt x="3639184" y="27939"/>
                  </a:lnTo>
                  <a:lnTo>
                    <a:pt x="3608831" y="7492"/>
                  </a:lnTo>
                  <a:lnTo>
                    <a:pt x="3571621" y="0"/>
                  </a:lnTo>
                  <a:close/>
                </a:path>
              </a:pathLst>
            </a:custGeom>
            <a:solidFill>
              <a:srgbClr val="2D1D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291325" y="3900550"/>
              <a:ext cx="3667125" cy="1343025"/>
            </a:xfrm>
            <a:custGeom>
              <a:avLst/>
              <a:gdLst/>
              <a:ahLst/>
              <a:cxnLst/>
              <a:rect l="l" t="t" r="r" b="b"/>
              <a:pathLst>
                <a:path w="3667125" h="1343025">
                  <a:moveTo>
                    <a:pt x="0" y="95250"/>
                  </a:moveTo>
                  <a:lnTo>
                    <a:pt x="7365" y="58165"/>
                  </a:lnTo>
                  <a:lnTo>
                    <a:pt x="27812" y="27812"/>
                  </a:lnTo>
                  <a:lnTo>
                    <a:pt x="58165" y="7365"/>
                  </a:lnTo>
                  <a:lnTo>
                    <a:pt x="95250" y="0"/>
                  </a:lnTo>
                  <a:lnTo>
                    <a:pt x="3571494" y="0"/>
                  </a:lnTo>
                  <a:lnTo>
                    <a:pt x="3608704" y="7365"/>
                  </a:lnTo>
                  <a:lnTo>
                    <a:pt x="3639057" y="27812"/>
                  </a:lnTo>
                  <a:lnTo>
                    <a:pt x="3659504" y="58165"/>
                  </a:lnTo>
                  <a:lnTo>
                    <a:pt x="3667125" y="95250"/>
                  </a:lnTo>
                  <a:lnTo>
                    <a:pt x="3667125" y="1247521"/>
                  </a:lnTo>
                  <a:lnTo>
                    <a:pt x="3659504" y="1284605"/>
                  </a:lnTo>
                  <a:lnTo>
                    <a:pt x="3639057" y="1314958"/>
                  </a:lnTo>
                  <a:lnTo>
                    <a:pt x="3608704" y="1335405"/>
                  </a:lnTo>
                  <a:lnTo>
                    <a:pt x="3571494" y="1343025"/>
                  </a:lnTo>
                  <a:lnTo>
                    <a:pt x="95250" y="1343025"/>
                  </a:lnTo>
                  <a:lnTo>
                    <a:pt x="58165" y="1335405"/>
                  </a:lnTo>
                  <a:lnTo>
                    <a:pt x="27812" y="1314958"/>
                  </a:lnTo>
                  <a:lnTo>
                    <a:pt x="7365" y="1284605"/>
                  </a:lnTo>
                  <a:lnTo>
                    <a:pt x="0" y="1247521"/>
                  </a:lnTo>
                  <a:lnTo>
                    <a:pt x="0" y="95250"/>
                  </a:lnTo>
                  <a:close/>
                </a:path>
              </a:pathLst>
            </a:custGeom>
            <a:ln w="7620">
              <a:solidFill>
                <a:srgbClr val="46367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6510401" y="4090606"/>
            <a:ext cx="1523365" cy="870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300" spc="-10" b="1">
                <a:solidFill>
                  <a:srgbClr val="DFD4DE"/>
                </a:solidFill>
                <a:latin typeface="Cambria"/>
                <a:cs typeface="Cambria"/>
              </a:rPr>
              <a:t>Автор</a:t>
            </a:r>
            <a:endParaRPr sz="23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820"/>
              </a:spcBef>
            </a:pPr>
            <a:r>
              <a:rPr dirty="0" sz="1700" spc="70">
                <a:solidFill>
                  <a:srgbClr val="DFD4DE"/>
                </a:solidFill>
                <a:latin typeface="Tahoma"/>
                <a:cs typeface="Tahoma"/>
              </a:rPr>
              <a:t>Бойко</a:t>
            </a:r>
            <a:r>
              <a:rPr dirty="0" sz="1700" spc="80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DFD4DE"/>
                </a:solidFill>
                <a:latin typeface="Tahoma"/>
                <a:cs typeface="Tahoma"/>
              </a:rPr>
              <a:t>Кирилл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10182225" y="3895725"/>
            <a:ext cx="3676015" cy="1351915"/>
            <a:chOff x="10182225" y="3895725"/>
            <a:chExt cx="3676015" cy="1351915"/>
          </a:xfrm>
        </p:grpSpPr>
        <p:sp>
          <p:nvSpPr>
            <p:cNvPr id="15" name="object 15" descr=""/>
            <p:cNvSpPr/>
            <p:nvPr/>
          </p:nvSpPr>
          <p:spPr>
            <a:xfrm>
              <a:off x="10182225" y="3895725"/>
              <a:ext cx="3667125" cy="1343025"/>
            </a:xfrm>
            <a:custGeom>
              <a:avLst/>
              <a:gdLst/>
              <a:ahLst/>
              <a:cxnLst/>
              <a:rect l="l" t="t" r="r" b="b"/>
              <a:pathLst>
                <a:path w="3667125" h="1343025">
                  <a:moveTo>
                    <a:pt x="3571621" y="0"/>
                  </a:moveTo>
                  <a:lnTo>
                    <a:pt x="95376" y="0"/>
                  </a:lnTo>
                  <a:lnTo>
                    <a:pt x="58293" y="7492"/>
                  </a:lnTo>
                  <a:lnTo>
                    <a:pt x="27940" y="27939"/>
                  </a:lnTo>
                  <a:lnTo>
                    <a:pt x="7493" y="58292"/>
                  </a:lnTo>
                  <a:lnTo>
                    <a:pt x="0" y="95376"/>
                  </a:lnTo>
                  <a:lnTo>
                    <a:pt x="0" y="1247520"/>
                  </a:lnTo>
                  <a:lnTo>
                    <a:pt x="7493" y="1284732"/>
                  </a:lnTo>
                  <a:lnTo>
                    <a:pt x="27940" y="1315085"/>
                  </a:lnTo>
                  <a:lnTo>
                    <a:pt x="58293" y="1335532"/>
                  </a:lnTo>
                  <a:lnTo>
                    <a:pt x="95376" y="1343025"/>
                  </a:lnTo>
                  <a:lnTo>
                    <a:pt x="3571621" y="1343025"/>
                  </a:lnTo>
                  <a:lnTo>
                    <a:pt x="3608832" y="1335532"/>
                  </a:lnTo>
                  <a:lnTo>
                    <a:pt x="3639184" y="1315085"/>
                  </a:lnTo>
                  <a:lnTo>
                    <a:pt x="3659632" y="1284732"/>
                  </a:lnTo>
                  <a:lnTo>
                    <a:pt x="3667125" y="1247520"/>
                  </a:lnTo>
                  <a:lnTo>
                    <a:pt x="3667125" y="95376"/>
                  </a:lnTo>
                  <a:lnTo>
                    <a:pt x="3659632" y="58292"/>
                  </a:lnTo>
                  <a:lnTo>
                    <a:pt x="3639184" y="27939"/>
                  </a:lnTo>
                  <a:lnTo>
                    <a:pt x="3608832" y="7492"/>
                  </a:lnTo>
                  <a:lnTo>
                    <a:pt x="3571621" y="0"/>
                  </a:lnTo>
                  <a:close/>
                </a:path>
              </a:pathLst>
            </a:custGeom>
            <a:solidFill>
              <a:srgbClr val="2D1D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0187050" y="3900550"/>
              <a:ext cx="3667125" cy="1343025"/>
            </a:xfrm>
            <a:custGeom>
              <a:avLst/>
              <a:gdLst/>
              <a:ahLst/>
              <a:cxnLst/>
              <a:rect l="l" t="t" r="r" b="b"/>
              <a:pathLst>
                <a:path w="3667125" h="1343025">
                  <a:moveTo>
                    <a:pt x="0" y="95250"/>
                  </a:moveTo>
                  <a:lnTo>
                    <a:pt x="7366" y="58165"/>
                  </a:lnTo>
                  <a:lnTo>
                    <a:pt x="27813" y="27812"/>
                  </a:lnTo>
                  <a:lnTo>
                    <a:pt x="58166" y="7365"/>
                  </a:lnTo>
                  <a:lnTo>
                    <a:pt x="95250" y="0"/>
                  </a:lnTo>
                  <a:lnTo>
                    <a:pt x="3571493" y="0"/>
                  </a:lnTo>
                  <a:lnTo>
                    <a:pt x="3608704" y="7365"/>
                  </a:lnTo>
                  <a:lnTo>
                    <a:pt x="3639058" y="27812"/>
                  </a:lnTo>
                  <a:lnTo>
                    <a:pt x="3659504" y="58165"/>
                  </a:lnTo>
                  <a:lnTo>
                    <a:pt x="3667125" y="95250"/>
                  </a:lnTo>
                  <a:lnTo>
                    <a:pt x="3667125" y="1247521"/>
                  </a:lnTo>
                  <a:lnTo>
                    <a:pt x="3659504" y="1284605"/>
                  </a:lnTo>
                  <a:lnTo>
                    <a:pt x="3639058" y="1314958"/>
                  </a:lnTo>
                  <a:lnTo>
                    <a:pt x="3608704" y="1335405"/>
                  </a:lnTo>
                  <a:lnTo>
                    <a:pt x="3571493" y="1343025"/>
                  </a:lnTo>
                  <a:lnTo>
                    <a:pt x="95250" y="1343025"/>
                  </a:lnTo>
                  <a:lnTo>
                    <a:pt x="58166" y="1335405"/>
                  </a:lnTo>
                  <a:lnTo>
                    <a:pt x="27813" y="1314958"/>
                  </a:lnTo>
                  <a:lnTo>
                    <a:pt x="7366" y="1284605"/>
                  </a:lnTo>
                  <a:lnTo>
                    <a:pt x="0" y="1247521"/>
                  </a:lnTo>
                  <a:lnTo>
                    <a:pt x="0" y="95250"/>
                  </a:lnTo>
                  <a:close/>
                </a:path>
              </a:pathLst>
            </a:custGeom>
            <a:ln w="7620">
              <a:solidFill>
                <a:srgbClr val="46367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10406633" y="4090606"/>
            <a:ext cx="1021715" cy="870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300" spc="-10" b="1">
                <a:solidFill>
                  <a:srgbClr val="DFD4DE"/>
                </a:solidFill>
                <a:latin typeface="Cambria"/>
                <a:cs typeface="Cambria"/>
              </a:rPr>
              <a:t>Группа</a:t>
            </a:r>
            <a:endParaRPr sz="23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820"/>
              </a:spcBef>
            </a:pPr>
            <a:r>
              <a:rPr dirty="0" sz="1700" spc="125">
                <a:solidFill>
                  <a:srgbClr val="DFD4DE"/>
                </a:solidFill>
                <a:latin typeface="Tahoma"/>
                <a:cs typeface="Tahoma"/>
              </a:rPr>
              <a:t>КС-</a:t>
            </a:r>
            <a:r>
              <a:rPr dirty="0" sz="1700" spc="-355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700" spc="85">
                <a:solidFill>
                  <a:srgbClr val="DFD4DE"/>
                </a:solidFill>
                <a:latin typeface="Tahoma"/>
                <a:cs typeface="Tahoma"/>
              </a:rPr>
              <a:t>36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6286500" y="5457825"/>
            <a:ext cx="7571740" cy="1351915"/>
            <a:chOff x="6286500" y="5457825"/>
            <a:chExt cx="7571740" cy="1351915"/>
          </a:xfrm>
        </p:grpSpPr>
        <p:sp>
          <p:nvSpPr>
            <p:cNvPr id="19" name="object 19" descr=""/>
            <p:cNvSpPr/>
            <p:nvPr/>
          </p:nvSpPr>
          <p:spPr>
            <a:xfrm>
              <a:off x="6286500" y="5457825"/>
              <a:ext cx="7562850" cy="1343025"/>
            </a:xfrm>
            <a:custGeom>
              <a:avLst/>
              <a:gdLst/>
              <a:ahLst/>
              <a:cxnLst/>
              <a:rect l="l" t="t" r="r" b="b"/>
              <a:pathLst>
                <a:path w="7562850" h="1343025">
                  <a:moveTo>
                    <a:pt x="7467346" y="0"/>
                  </a:moveTo>
                  <a:lnTo>
                    <a:pt x="95376" y="0"/>
                  </a:lnTo>
                  <a:lnTo>
                    <a:pt x="58292" y="7493"/>
                  </a:lnTo>
                  <a:lnTo>
                    <a:pt x="27939" y="27939"/>
                  </a:lnTo>
                  <a:lnTo>
                    <a:pt x="7492" y="58293"/>
                  </a:lnTo>
                  <a:lnTo>
                    <a:pt x="0" y="95376"/>
                  </a:lnTo>
                  <a:lnTo>
                    <a:pt x="0" y="1247521"/>
                  </a:lnTo>
                  <a:lnTo>
                    <a:pt x="7492" y="1284732"/>
                  </a:lnTo>
                  <a:lnTo>
                    <a:pt x="27939" y="1315085"/>
                  </a:lnTo>
                  <a:lnTo>
                    <a:pt x="58292" y="1335532"/>
                  </a:lnTo>
                  <a:lnTo>
                    <a:pt x="95376" y="1343025"/>
                  </a:lnTo>
                  <a:lnTo>
                    <a:pt x="7467346" y="1343025"/>
                  </a:lnTo>
                  <a:lnTo>
                    <a:pt x="7504557" y="1335532"/>
                  </a:lnTo>
                  <a:lnTo>
                    <a:pt x="7534909" y="1315085"/>
                  </a:lnTo>
                  <a:lnTo>
                    <a:pt x="7555357" y="1284732"/>
                  </a:lnTo>
                  <a:lnTo>
                    <a:pt x="7562850" y="1247521"/>
                  </a:lnTo>
                  <a:lnTo>
                    <a:pt x="7562850" y="95376"/>
                  </a:lnTo>
                  <a:lnTo>
                    <a:pt x="7555357" y="58293"/>
                  </a:lnTo>
                  <a:lnTo>
                    <a:pt x="7534909" y="27939"/>
                  </a:lnTo>
                  <a:lnTo>
                    <a:pt x="7504557" y="7493"/>
                  </a:lnTo>
                  <a:lnTo>
                    <a:pt x="7467346" y="0"/>
                  </a:lnTo>
                  <a:close/>
                </a:path>
              </a:pathLst>
            </a:custGeom>
            <a:solidFill>
              <a:srgbClr val="2D1D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291325" y="5462650"/>
              <a:ext cx="7562850" cy="1343025"/>
            </a:xfrm>
            <a:custGeom>
              <a:avLst/>
              <a:gdLst/>
              <a:ahLst/>
              <a:cxnLst/>
              <a:rect l="l" t="t" r="r" b="b"/>
              <a:pathLst>
                <a:path w="7562850" h="1343025">
                  <a:moveTo>
                    <a:pt x="0" y="95250"/>
                  </a:moveTo>
                  <a:lnTo>
                    <a:pt x="7365" y="58166"/>
                  </a:lnTo>
                  <a:lnTo>
                    <a:pt x="27812" y="27812"/>
                  </a:lnTo>
                  <a:lnTo>
                    <a:pt x="58165" y="7366"/>
                  </a:lnTo>
                  <a:lnTo>
                    <a:pt x="95250" y="0"/>
                  </a:lnTo>
                  <a:lnTo>
                    <a:pt x="7467218" y="0"/>
                  </a:lnTo>
                  <a:lnTo>
                    <a:pt x="7504430" y="7366"/>
                  </a:lnTo>
                  <a:lnTo>
                    <a:pt x="7534783" y="27812"/>
                  </a:lnTo>
                  <a:lnTo>
                    <a:pt x="7555230" y="58166"/>
                  </a:lnTo>
                  <a:lnTo>
                    <a:pt x="7562850" y="95250"/>
                  </a:lnTo>
                  <a:lnTo>
                    <a:pt x="7562850" y="1247521"/>
                  </a:lnTo>
                  <a:lnTo>
                    <a:pt x="7555230" y="1284605"/>
                  </a:lnTo>
                  <a:lnTo>
                    <a:pt x="7534783" y="1314958"/>
                  </a:lnTo>
                  <a:lnTo>
                    <a:pt x="7504430" y="1335405"/>
                  </a:lnTo>
                  <a:lnTo>
                    <a:pt x="7467218" y="1343025"/>
                  </a:lnTo>
                  <a:lnTo>
                    <a:pt x="95250" y="1343025"/>
                  </a:lnTo>
                  <a:lnTo>
                    <a:pt x="58165" y="1335405"/>
                  </a:lnTo>
                  <a:lnTo>
                    <a:pt x="27812" y="1314958"/>
                  </a:lnTo>
                  <a:lnTo>
                    <a:pt x="7365" y="1284605"/>
                  </a:lnTo>
                  <a:lnTo>
                    <a:pt x="0" y="1247521"/>
                  </a:lnTo>
                  <a:lnTo>
                    <a:pt x="0" y="95250"/>
                  </a:lnTo>
                  <a:close/>
                </a:path>
              </a:pathLst>
            </a:custGeom>
            <a:ln w="7620">
              <a:solidFill>
                <a:srgbClr val="46367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6510401" y="5660961"/>
            <a:ext cx="559435" cy="88963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300" spc="-25" b="1">
                <a:solidFill>
                  <a:srgbClr val="DFD4DE"/>
                </a:solidFill>
                <a:latin typeface="Cambria"/>
                <a:cs typeface="Cambria"/>
              </a:rPr>
              <a:t>Год</a:t>
            </a:r>
            <a:endParaRPr sz="23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970"/>
              </a:spcBef>
            </a:pPr>
            <a:r>
              <a:rPr dirty="0" sz="1700" spc="90">
                <a:solidFill>
                  <a:srgbClr val="DFD4DE"/>
                </a:solidFill>
                <a:latin typeface="Tahoma"/>
                <a:cs typeface="Tahoma"/>
              </a:rPr>
              <a:t>2026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12763500" y="7677150"/>
            <a:ext cx="1848485" cy="533400"/>
            <a:chOff x="12763500" y="7677150"/>
            <a:chExt cx="1848485" cy="533400"/>
          </a:xfrm>
        </p:grpSpPr>
        <p:sp>
          <p:nvSpPr>
            <p:cNvPr id="23" name="object 23" descr=""/>
            <p:cNvSpPr/>
            <p:nvPr/>
          </p:nvSpPr>
          <p:spPr>
            <a:xfrm>
              <a:off x="12763500" y="7677150"/>
              <a:ext cx="1838325" cy="523875"/>
            </a:xfrm>
            <a:custGeom>
              <a:avLst/>
              <a:gdLst/>
              <a:ahLst/>
              <a:cxnLst/>
              <a:rect l="l" t="t" r="r" b="b"/>
              <a:pathLst>
                <a:path w="1838325" h="523875">
                  <a:moveTo>
                    <a:pt x="1838325" y="0"/>
                  </a:moveTo>
                  <a:lnTo>
                    <a:pt x="0" y="0"/>
                  </a:lnTo>
                  <a:lnTo>
                    <a:pt x="0" y="523875"/>
                  </a:lnTo>
                  <a:lnTo>
                    <a:pt x="1838325" y="523875"/>
                  </a:lnTo>
                  <a:lnTo>
                    <a:pt x="18383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2768325" y="7681912"/>
              <a:ext cx="1838325" cy="523875"/>
            </a:xfrm>
            <a:custGeom>
              <a:avLst/>
              <a:gdLst/>
              <a:ahLst/>
              <a:cxnLst/>
              <a:rect l="l" t="t" r="r" b="b"/>
              <a:pathLst>
                <a:path w="1838325" h="523875">
                  <a:moveTo>
                    <a:pt x="0" y="523875"/>
                  </a:moveTo>
                  <a:lnTo>
                    <a:pt x="1838325" y="523875"/>
                  </a:lnTo>
                  <a:lnTo>
                    <a:pt x="1838325" y="0"/>
                  </a:lnTo>
                  <a:lnTo>
                    <a:pt x="0" y="0"/>
                  </a:lnTo>
                  <a:lnTo>
                    <a:pt x="0" y="5238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2319" y="1804035"/>
            <a:ext cx="8653145" cy="7353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650"/>
              <a:t>Проблематика</a:t>
            </a:r>
            <a:r>
              <a:rPr dirty="0" sz="4650" spc="-40"/>
              <a:t> </a:t>
            </a:r>
            <a:r>
              <a:rPr dirty="0" sz="4650"/>
              <a:t>и</a:t>
            </a:r>
            <a:r>
              <a:rPr dirty="0" sz="4650" spc="-75"/>
              <a:t> </a:t>
            </a:r>
            <a:r>
              <a:rPr dirty="0" sz="4650"/>
              <a:t>цель</a:t>
            </a:r>
            <a:r>
              <a:rPr dirty="0" sz="4650" spc="-95"/>
              <a:t> </a:t>
            </a:r>
            <a:r>
              <a:rPr dirty="0" sz="4650" spc="-10"/>
              <a:t>проекта</a:t>
            </a:r>
            <a:endParaRPr sz="4650"/>
          </a:p>
        </p:txBody>
      </p:sp>
      <p:grpSp>
        <p:nvGrpSpPr>
          <p:cNvPr id="3" name="object 3" descr=""/>
          <p:cNvGrpSpPr/>
          <p:nvPr/>
        </p:nvGrpSpPr>
        <p:grpSpPr>
          <a:xfrm>
            <a:off x="790575" y="3067050"/>
            <a:ext cx="13058140" cy="3323590"/>
            <a:chOff x="790575" y="3067050"/>
            <a:chExt cx="13058140" cy="3323590"/>
          </a:xfrm>
        </p:grpSpPr>
        <p:sp>
          <p:nvSpPr>
            <p:cNvPr id="4" name="object 4" descr=""/>
            <p:cNvSpPr/>
            <p:nvPr/>
          </p:nvSpPr>
          <p:spPr>
            <a:xfrm>
              <a:off x="790575" y="3067050"/>
              <a:ext cx="13049250" cy="3314700"/>
            </a:xfrm>
            <a:custGeom>
              <a:avLst/>
              <a:gdLst/>
              <a:ahLst/>
              <a:cxnLst/>
              <a:rect l="l" t="t" r="r" b="b"/>
              <a:pathLst>
                <a:path w="13049250" h="3314700">
                  <a:moveTo>
                    <a:pt x="12953873" y="0"/>
                  </a:moveTo>
                  <a:lnTo>
                    <a:pt x="95326" y="0"/>
                  </a:lnTo>
                  <a:lnTo>
                    <a:pt x="58216" y="7492"/>
                  </a:lnTo>
                  <a:lnTo>
                    <a:pt x="27927" y="27939"/>
                  </a:lnTo>
                  <a:lnTo>
                    <a:pt x="7493" y="58165"/>
                  </a:lnTo>
                  <a:lnTo>
                    <a:pt x="0" y="95250"/>
                  </a:lnTo>
                  <a:lnTo>
                    <a:pt x="0" y="3219323"/>
                  </a:lnTo>
                  <a:lnTo>
                    <a:pt x="7493" y="3256406"/>
                  </a:lnTo>
                  <a:lnTo>
                    <a:pt x="27927" y="3286632"/>
                  </a:lnTo>
                  <a:lnTo>
                    <a:pt x="58216" y="3307079"/>
                  </a:lnTo>
                  <a:lnTo>
                    <a:pt x="95326" y="3314573"/>
                  </a:lnTo>
                  <a:lnTo>
                    <a:pt x="12953873" y="3314573"/>
                  </a:lnTo>
                  <a:lnTo>
                    <a:pt x="12990957" y="3307079"/>
                  </a:lnTo>
                  <a:lnTo>
                    <a:pt x="13021310" y="3286632"/>
                  </a:lnTo>
                  <a:lnTo>
                    <a:pt x="13041757" y="3256406"/>
                  </a:lnTo>
                  <a:lnTo>
                    <a:pt x="13049123" y="3219323"/>
                  </a:lnTo>
                  <a:lnTo>
                    <a:pt x="13049123" y="95250"/>
                  </a:lnTo>
                  <a:lnTo>
                    <a:pt x="13041757" y="58165"/>
                  </a:lnTo>
                  <a:lnTo>
                    <a:pt x="13021310" y="27939"/>
                  </a:lnTo>
                  <a:lnTo>
                    <a:pt x="12990957" y="7492"/>
                  </a:lnTo>
                  <a:lnTo>
                    <a:pt x="12953873" y="0"/>
                  </a:lnTo>
                  <a:close/>
                </a:path>
              </a:pathLst>
            </a:custGeom>
            <a:solidFill>
              <a:srgbClr val="2D1D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795337" y="3071875"/>
              <a:ext cx="13049250" cy="3314700"/>
            </a:xfrm>
            <a:custGeom>
              <a:avLst/>
              <a:gdLst/>
              <a:ahLst/>
              <a:cxnLst/>
              <a:rect l="l" t="t" r="r" b="b"/>
              <a:pathLst>
                <a:path w="13049250" h="3314700">
                  <a:moveTo>
                    <a:pt x="0" y="95250"/>
                  </a:moveTo>
                  <a:lnTo>
                    <a:pt x="7493" y="58165"/>
                  </a:lnTo>
                  <a:lnTo>
                    <a:pt x="27927" y="27812"/>
                  </a:lnTo>
                  <a:lnTo>
                    <a:pt x="58229" y="7365"/>
                  </a:lnTo>
                  <a:lnTo>
                    <a:pt x="95326" y="0"/>
                  </a:lnTo>
                  <a:lnTo>
                    <a:pt x="12953936" y="0"/>
                  </a:lnTo>
                  <a:lnTo>
                    <a:pt x="12991020" y="7365"/>
                  </a:lnTo>
                  <a:lnTo>
                    <a:pt x="13021246" y="27812"/>
                  </a:lnTo>
                  <a:lnTo>
                    <a:pt x="13041693" y="58165"/>
                  </a:lnTo>
                  <a:lnTo>
                    <a:pt x="13049186" y="95250"/>
                  </a:lnTo>
                  <a:lnTo>
                    <a:pt x="13049186" y="3219323"/>
                  </a:lnTo>
                  <a:lnTo>
                    <a:pt x="13041693" y="3256279"/>
                  </a:lnTo>
                  <a:lnTo>
                    <a:pt x="13021246" y="3286632"/>
                  </a:lnTo>
                  <a:lnTo>
                    <a:pt x="12991020" y="3307079"/>
                  </a:lnTo>
                  <a:lnTo>
                    <a:pt x="12953936" y="3314573"/>
                  </a:lnTo>
                  <a:lnTo>
                    <a:pt x="95326" y="3314573"/>
                  </a:lnTo>
                  <a:lnTo>
                    <a:pt x="58229" y="3307079"/>
                  </a:lnTo>
                  <a:lnTo>
                    <a:pt x="27927" y="3286632"/>
                  </a:lnTo>
                  <a:lnTo>
                    <a:pt x="7493" y="3256279"/>
                  </a:lnTo>
                  <a:lnTo>
                    <a:pt x="0" y="3219323"/>
                  </a:lnTo>
                  <a:lnTo>
                    <a:pt x="0" y="95250"/>
                  </a:lnTo>
                  <a:close/>
                </a:path>
              </a:pathLst>
            </a:custGeom>
            <a:ln w="7618">
              <a:solidFill>
                <a:srgbClr val="46367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800100" y="3067050"/>
              <a:ext cx="4343400" cy="3295650"/>
            </a:xfrm>
            <a:custGeom>
              <a:avLst/>
              <a:gdLst/>
              <a:ahLst/>
              <a:cxnLst/>
              <a:rect l="l" t="t" r="r" b="b"/>
              <a:pathLst>
                <a:path w="4343400" h="3295650">
                  <a:moveTo>
                    <a:pt x="4248150" y="0"/>
                  </a:moveTo>
                  <a:lnTo>
                    <a:pt x="95211" y="0"/>
                  </a:lnTo>
                  <a:lnTo>
                    <a:pt x="58153" y="7492"/>
                  </a:lnTo>
                  <a:lnTo>
                    <a:pt x="27889" y="27939"/>
                  </a:lnTo>
                  <a:lnTo>
                    <a:pt x="7480" y="58165"/>
                  </a:lnTo>
                  <a:lnTo>
                    <a:pt x="0" y="95250"/>
                  </a:lnTo>
                  <a:lnTo>
                    <a:pt x="0" y="3200400"/>
                  </a:lnTo>
                  <a:lnTo>
                    <a:pt x="7480" y="3237484"/>
                  </a:lnTo>
                  <a:lnTo>
                    <a:pt x="27889" y="3267710"/>
                  </a:lnTo>
                  <a:lnTo>
                    <a:pt x="58153" y="3288156"/>
                  </a:lnTo>
                  <a:lnTo>
                    <a:pt x="95211" y="3295650"/>
                  </a:lnTo>
                  <a:lnTo>
                    <a:pt x="4248150" y="3295650"/>
                  </a:lnTo>
                  <a:lnTo>
                    <a:pt x="4285234" y="3288156"/>
                  </a:lnTo>
                  <a:lnTo>
                    <a:pt x="4315460" y="3267710"/>
                  </a:lnTo>
                  <a:lnTo>
                    <a:pt x="4335907" y="3237484"/>
                  </a:lnTo>
                  <a:lnTo>
                    <a:pt x="4343400" y="3200400"/>
                  </a:lnTo>
                  <a:lnTo>
                    <a:pt x="4343400" y="95250"/>
                  </a:lnTo>
                  <a:lnTo>
                    <a:pt x="4335907" y="58165"/>
                  </a:lnTo>
                  <a:lnTo>
                    <a:pt x="4315460" y="27939"/>
                  </a:lnTo>
                  <a:lnTo>
                    <a:pt x="4285234" y="7492"/>
                  </a:lnTo>
                  <a:lnTo>
                    <a:pt x="4248150" y="0"/>
                  </a:lnTo>
                  <a:close/>
                </a:path>
              </a:pathLst>
            </a:custGeom>
            <a:solidFill>
              <a:srgbClr val="2D1D6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1016952" y="3261042"/>
            <a:ext cx="3738245" cy="27298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300" spc="-10" b="1">
                <a:solidFill>
                  <a:srgbClr val="DFD4DE"/>
                </a:solidFill>
                <a:latin typeface="Cambria"/>
                <a:cs typeface="Cambria"/>
              </a:rPr>
              <a:t>ПРОБЛЕМА</a:t>
            </a:r>
            <a:endParaRPr sz="2300">
              <a:latin typeface="Cambria"/>
              <a:cs typeface="Cambria"/>
            </a:endParaRPr>
          </a:p>
          <a:p>
            <a:pPr marL="12700" marR="637540">
              <a:lnSpc>
                <a:spcPct val="143500"/>
              </a:lnSpc>
              <a:spcBef>
                <a:spcPts val="635"/>
              </a:spcBef>
            </a:pPr>
            <a:r>
              <a:rPr dirty="0" sz="1700" spc="100">
                <a:solidFill>
                  <a:srgbClr val="DFD4DE"/>
                </a:solidFill>
                <a:latin typeface="Tahoma"/>
                <a:cs typeface="Tahoma"/>
              </a:rPr>
              <a:t>Люди</a:t>
            </a:r>
            <a:r>
              <a:rPr dirty="0" sz="1700" spc="75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DFD4DE"/>
                </a:solidFill>
                <a:latin typeface="Tahoma"/>
                <a:cs typeface="Tahoma"/>
              </a:rPr>
              <a:t>не</a:t>
            </a:r>
            <a:r>
              <a:rPr dirty="0" sz="1700" spc="75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700" spc="50">
                <a:solidFill>
                  <a:srgbClr val="DFD4DE"/>
                </a:solidFill>
                <a:latin typeface="Tahoma"/>
                <a:cs typeface="Tahoma"/>
              </a:rPr>
              <a:t>видят</a:t>
            </a:r>
            <a:r>
              <a:rPr dirty="0" sz="1700" spc="15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700" spc="90">
                <a:solidFill>
                  <a:srgbClr val="DFD4DE"/>
                </a:solidFill>
                <a:latin typeface="Tahoma"/>
                <a:cs typeface="Tahoma"/>
              </a:rPr>
              <a:t>связь</a:t>
            </a:r>
            <a:r>
              <a:rPr dirty="0" sz="1700" spc="105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700" spc="80">
                <a:solidFill>
                  <a:srgbClr val="DFD4DE"/>
                </a:solidFill>
                <a:latin typeface="Tahoma"/>
                <a:cs typeface="Tahoma"/>
              </a:rPr>
              <a:t>между </a:t>
            </a:r>
            <a:r>
              <a:rPr dirty="0" sz="1700" spc="85">
                <a:solidFill>
                  <a:srgbClr val="DFD4DE"/>
                </a:solidFill>
                <a:latin typeface="Tahoma"/>
                <a:cs typeface="Tahoma"/>
              </a:rPr>
              <a:t>привычками</a:t>
            </a:r>
            <a:r>
              <a:rPr dirty="0" sz="1700" spc="105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DFD4DE"/>
                </a:solidFill>
                <a:latin typeface="Tahoma"/>
                <a:cs typeface="Tahoma"/>
              </a:rPr>
              <a:t>и</a:t>
            </a:r>
            <a:r>
              <a:rPr dirty="0" sz="1700" spc="15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700" spc="60">
                <a:solidFill>
                  <a:srgbClr val="DFD4DE"/>
                </a:solidFill>
                <a:latin typeface="Tahoma"/>
                <a:cs typeface="Tahoma"/>
              </a:rPr>
              <a:t>настроением.</a:t>
            </a:r>
            <a:endParaRPr sz="1700">
              <a:latin typeface="Tahoma"/>
              <a:cs typeface="Tahoma"/>
            </a:endParaRPr>
          </a:p>
          <a:p>
            <a:pPr marL="12700" marR="5080">
              <a:lnSpc>
                <a:spcPts val="2930"/>
              </a:lnSpc>
              <a:spcBef>
                <a:spcPts val="170"/>
              </a:spcBef>
            </a:pPr>
            <a:r>
              <a:rPr dirty="0" sz="1700" spc="85">
                <a:solidFill>
                  <a:srgbClr val="DFD4DE"/>
                </a:solidFill>
                <a:latin typeface="Tahoma"/>
                <a:cs typeface="Tahoma"/>
              </a:rPr>
              <a:t>Данные</a:t>
            </a:r>
            <a:r>
              <a:rPr dirty="0" sz="1700" spc="90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700" spc="80">
                <a:solidFill>
                  <a:srgbClr val="DFD4DE"/>
                </a:solidFill>
                <a:latin typeface="Tahoma"/>
                <a:cs typeface="Tahoma"/>
              </a:rPr>
              <a:t>разрознены</a:t>
            </a:r>
            <a:r>
              <a:rPr dirty="0" sz="1700" spc="85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DFD4DE"/>
                </a:solidFill>
                <a:latin typeface="Tahoma"/>
                <a:cs typeface="Tahoma"/>
              </a:rPr>
              <a:t>—</a:t>
            </a:r>
            <a:r>
              <a:rPr dirty="0" sz="1700" spc="150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700" spc="40">
                <a:solidFill>
                  <a:srgbClr val="DFD4DE"/>
                </a:solidFill>
                <a:latin typeface="Tahoma"/>
                <a:cs typeface="Tahoma"/>
              </a:rPr>
              <a:t>блокноты, </a:t>
            </a:r>
            <a:r>
              <a:rPr dirty="0" sz="1700" spc="85">
                <a:solidFill>
                  <a:srgbClr val="DFD4DE"/>
                </a:solidFill>
                <a:latin typeface="Tahoma"/>
                <a:cs typeface="Tahoma"/>
              </a:rPr>
              <a:t>заметки</a:t>
            </a:r>
            <a:r>
              <a:rPr dirty="0" sz="1700" spc="165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DFD4DE"/>
                </a:solidFill>
                <a:latin typeface="Tahoma"/>
                <a:cs typeface="Tahoma"/>
              </a:rPr>
              <a:t>в</a:t>
            </a:r>
            <a:r>
              <a:rPr dirty="0" sz="1700" spc="210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DFD4DE"/>
                </a:solidFill>
                <a:latin typeface="Tahoma"/>
                <a:cs typeface="Tahoma"/>
              </a:rPr>
              <a:t>телефоне.</a:t>
            </a:r>
            <a:r>
              <a:rPr dirty="0" sz="1700" spc="110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700" spc="60">
                <a:solidFill>
                  <a:srgbClr val="DFD4DE"/>
                </a:solidFill>
                <a:latin typeface="Tahoma"/>
                <a:cs typeface="Tahoma"/>
              </a:rPr>
              <a:t>Большинство</a:t>
            </a: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dirty="0" sz="1700" spc="85">
                <a:solidFill>
                  <a:srgbClr val="DFD4DE"/>
                </a:solidFill>
                <a:latin typeface="Tahoma"/>
                <a:cs typeface="Tahoma"/>
              </a:rPr>
              <a:t>трекеров</a:t>
            </a:r>
            <a:r>
              <a:rPr dirty="0" sz="1700" spc="20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700" spc="85">
                <a:solidFill>
                  <a:srgbClr val="DFD4DE"/>
                </a:solidFill>
                <a:latin typeface="Tahoma"/>
                <a:cs typeface="Tahoma"/>
              </a:rPr>
              <a:t>перегружены</a:t>
            </a:r>
            <a:r>
              <a:rPr dirty="0" sz="1700" spc="135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DFD4DE"/>
                </a:solidFill>
                <a:latin typeface="Tahoma"/>
                <a:cs typeface="Tahoma"/>
              </a:rPr>
              <a:t>или</a:t>
            </a: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dirty="0" sz="1700" spc="-10">
                <a:solidFill>
                  <a:srgbClr val="DFD4DE"/>
                </a:solidFill>
                <a:latin typeface="Tahoma"/>
                <a:cs typeface="Tahoma"/>
              </a:rPr>
              <a:t>платные.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5143500" y="3067050"/>
            <a:ext cx="4343400" cy="3295650"/>
            <a:chOff x="5143500" y="3067050"/>
            <a:chExt cx="4343400" cy="3295650"/>
          </a:xfrm>
        </p:grpSpPr>
        <p:sp>
          <p:nvSpPr>
            <p:cNvPr id="9" name="object 9" descr=""/>
            <p:cNvSpPr/>
            <p:nvPr/>
          </p:nvSpPr>
          <p:spPr>
            <a:xfrm>
              <a:off x="5143500" y="3067050"/>
              <a:ext cx="4343400" cy="3295650"/>
            </a:xfrm>
            <a:custGeom>
              <a:avLst/>
              <a:gdLst/>
              <a:ahLst/>
              <a:cxnLst/>
              <a:rect l="l" t="t" r="r" b="b"/>
              <a:pathLst>
                <a:path w="4343400" h="3295650">
                  <a:moveTo>
                    <a:pt x="4343400" y="0"/>
                  </a:moveTo>
                  <a:lnTo>
                    <a:pt x="0" y="0"/>
                  </a:lnTo>
                  <a:lnTo>
                    <a:pt x="0" y="3295650"/>
                  </a:lnTo>
                  <a:lnTo>
                    <a:pt x="4343400" y="3295650"/>
                  </a:lnTo>
                  <a:lnTo>
                    <a:pt x="4343400" y="0"/>
                  </a:lnTo>
                  <a:close/>
                </a:path>
              </a:pathLst>
            </a:custGeom>
            <a:solidFill>
              <a:srgbClr val="2D1D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143500" y="3067050"/>
              <a:ext cx="28575" cy="3295650"/>
            </a:xfrm>
            <a:custGeom>
              <a:avLst/>
              <a:gdLst/>
              <a:ahLst/>
              <a:cxnLst/>
              <a:rect l="l" t="t" r="r" b="b"/>
              <a:pathLst>
                <a:path w="28575" h="3295650">
                  <a:moveTo>
                    <a:pt x="22225" y="0"/>
                  </a:moveTo>
                  <a:lnTo>
                    <a:pt x="6350" y="0"/>
                  </a:lnTo>
                  <a:lnTo>
                    <a:pt x="0" y="6350"/>
                  </a:lnTo>
                  <a:lnTo>
                    <a:pt x="0" y="3289300"/>
                  </a:lnTo>
                  <a:lnTo>
                    <a:pt x="6350" y="3295650"/>
                  </a:lnTo>
                  <a:lnTo>
                    <a:pt x="22225" y="3295650"/>
                  </a:lnTo>
                  <a:lnTo>
                    <a:pt x="28575" y="3289300"/>
                  </a:lnTo>
                  <a:lnTo>
                    <a:pt x="28575" y="6350"/>
                  </a:lnTo>
                  <a:lnTo>
                    <a:pt x="22225" y="0"/>
                  </a:lnTo>
                  <a:close/>
                </a:path>
              </a:pathLst>
            </a:custGeom>
            <a:solidFill>
              <a:srgbClr val="46367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5364734" y="3261042"/>
            <a:ext cx="3432810" cy="193865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300" spc="-10" b="1">
                <a:solidFill>
                  <a:srgbClr val="DFD4DE"/>
                </a:solidFill>
                <a:latin typeface="Cambria"/>
                <a:cs typeface="Cambria"/>
              </a:rPr>
              <a:t>РЕШЕНИЕ</a:t>
            </a:r>
            <a:endParaRPr sz="23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dirty="0" sz="1700" spc="85">
                <a:solidFill>
                  <a:srgbClr val="DFD4DE"/>
                </a:solidFill>
                <a:latin typeface="Tahoma"/>
                <a:cs typeface="Tahoma"/>
              </a:rPr>
              <a:t>Простой</a:t>
            </a:r>
            <a:r>
              <a:rPr dirty="0" sz="1700" spc="235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700" spc="114">
                <a:solidFill>
                  <a:srgbClr val="DFD4DE"/>
                </a:solidFill>
                <a:latin typeface="Tahoma"/>
                <a:cs typeface="Tahoma"/>
              </a:rPr>
              <a:t>веб-</a:t>
            </a:r>
            <a:r>
              <a:rPr dirty="0" sz="1700">
                <a:solidFill>
                  <a:srgbClr val="DFD4DE"/>
                </a:solidFill>
                <a:latin typeface="Tahoma"/>
                <a:cs typeface="Tahoma"/>
              </a:rPr>
              <a:t>сайт:</a:t>
            </a:r>
            <a:r>
              <a:rPr dirty="0" sz="1700" spc="100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700" spc="60">
                <a:solidFill>
                  <a:srgbClr val="DFD4DE"/>
                </a:solidFill>
                <a:latin typeface="Tahoma"/>
                <a:cs typeface="Tahoma"/>
              </a:rPr>
              <a:t>отметка</a:t>
            </a:r>
            <a:endParaRPr sz="1700">
              <a:latin typeface="Tahoma"/>
              <a:cs typeface="Tahoma"/>
            </a:endParaRPr>
          </a:p>
          <a:p>
            <a:pPr marL="12700" marR="5080">
              <a:lnSpc>
                <a:spcPct val="141700"/>
              </a:lnSpc>
              <a:spcBef>
                <a:spcPts val="35"/>
              </a:spcBef>
            </a:pPr>
            <a:r>
              <a:rPr dirty="0" sz="1700" spc="80">
                <a:solidFill>
                  <a:srgbClr val="DFD4DE"/>
                </a:solidFill>
                <a:latin typeface="Tahoma"/>
                <a:cs typeface="Tahoma"/>
              </a:rPr>
              <a:t>настроения</a:t>
            </a:r>
            <a:r>
              <a:rPr dirty="0" sz="1700" spc="5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700" spc="65">
                <a:solidFill>
                  <a:srgbClr val="DFD4DE"/>
                </a:solidFill>
                <a:latin typeface="Tahoma"/>
                <a:cs typeface="Tahoma"/>
              </a:rPr>
              <a:t>за</a:t>
            </a:r>
            <a:r>
              <a:rPr dirty="0" sz="1700" spc="-30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DFD4DE"/>
                </a:solidFill>
                <a:latin typeface="Tahoma"/>
                <a:cs typeface="Tahoma"/>
              </a:rPr>
              <a:t>10</a:t>
            </a:r>
            <a:r>
              <a:rPr dirty="0" sz="1700" spc="-45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700" spc="80">
                <a:solidFill>
                  <a:srgbClr val="DFD4DE"/>
                </a:solidFill>
                <a:latin typeface="Tahoma"/>
                <a:cs typeface="Tahoma"/>
              </a:rPr>
              <a:t>секунд</a:t>
            </a:r>
            <a:r>
              <a:rPr dirty="0" sz="1700" spc="114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DFD4DE"/>
                </a:solidFill>
                <a:latin typeface="Tahoma"/>
                <a:cs typeface="Tahoma"/>
              </a:rPr>
              <a:t>+</a:t>
            </a:r>
            <a:r>
              <a:rPr dirty="0" sz="1700" spc="-50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700" spc="50">
                <a:solidFill>
                  <a:srgbClr val="DFD4DE"/>
                </a:solidFill>
                <a:latin typeface="Tahoma"/>
                <a:cs typeface="Tahoma"/>
              </a:rPr>
              <a:t>чек- </a:t>
            </a:r>
            <a:r>
              <a:rPr dirty="0" sz="1700" spc="70">
                <a:solidFill>
                  <a:srgbClr val="DFD4DE"/>
                </a:solidFill>
                <a:latin typeface="Tahoma"/>
                <a:cs typeface="Tahoma"/>
              </a:rPr>
              <a:t>лист</a:t>
            </a:r>
            <a:r>
              <a:rPr dirty="0" sz="1700" spc="-20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700" spc="70">
                <a:solidFill>
                  <a:srgbClr val="DFD4DE"/>
                </a:solidFill>
                <a:latin typeface="Tahoma"/>
                <a:cs typeface="Tahoma"/>
              </a:rPr>
              <a:t>привычек</a:t>
            </a:r>
            <a:r>
              <a:rPr dirty="0" sz="1700" spc="120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DFD4DE"/>
                </a:solidFill>
                <a:latin typeface="Tahoma"/>
                <a:cs typeface="Tahoma"/>
              </a:rPr>
              <a:t>+</a:t>
            </a:r>
            <a:r>
              <a:rPr dirty="0" sz="1700" spc="-35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700" spc="75">
                <a:solidFill>
                  <a:srgbClr val="DFD4DE"/>
                </a:solidFill>
                <a:latin typeface="Tahoma"/>
                <a:cs typeface="Tahoma"/>
              </a:rPr>
              <a:t>история</a:t>
            </a:r>
            <a:r>
              <a:rPr dirty="0" sz="1700" spc="10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700" spc="-50">
                <a:solidFill>
                  <a:srgbClr val="DFD4DE"/>
                </a:solidFill>
                <a:latin typeface="Tahoma"/>
                <a:cs typeface="Tahoma"/>
              </a:rPr>
              <a:t>с </a:t>
            </a:r>
            <a:r>
              <a:rPr dirty="0" sz="1700" spc="40">
                <a:solidFill>
                  <a:srgbClr val="DFD4DE"/>
                </a:solidFill>
                <a:latin typeface="Tahoma"/>
                <a:cs typeface="Tahoma"/>
              </a:rPr>
              <a:t>фильтрами.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9486900" y="3067050"/>
            <a:ext cx="4343400" cy="3295650"/>
            <a:chOff x="9486900" y="3067050"/>
            <a:chExt cx="4343400" cy="3295650"/>
          </a:xfrm>
        </p:grpSpPr>
        <p:sp>
          <p:nvSpPr>
            <p:cNvPr id="13" name="object 13" descr=""/>
            <p:cNvSpPr/>
            <p:nvPr/>
          </p:nvSpPr>
          <p:spPr>
            <a:xfrm>
              <a:off x="9486900" y="3067050"/>
              <a:ext cx="4343400" cy="3295650"/>
            </a:xfrm>
            <a:custGeom>
              <a:avLst/>
              <a:gdLst/>
              <a:ahLst/>
              <a:cxnLst/>
              <a:rect l="l" t="t" r="r" b="b"/>
              <a:pathLst>
                <a:path w="4343400" h="3295650">
                  <a:moveTo>
                    <a:pt x="4343400" y="0"/>
                  </a:moveTo>
                  <a:lnTo>
                    <a:pt x="0" y="0"/>
                  </a:lnTo>
                  <a:lnTo>
                    <a:pt x="0" y="3295650"/>
                  </a:lnTo>
                  <a:lnTo>
                    <a:pt x="4343400" y="3295650"/>
                  </a:lnTo>
                  <a:lnTo>
                    <a:pt x="4343400" y="0"/>
                  </a:lnTo>
                  <a:close/>
                </a:path>
              </a:pathLst>
            </a:custGeom>
            <a:solidFill>
              <a:srgbClr val="2D1D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9486900" y="3067050"/>
              <a:ext cx="28575" cy="3295650"/>
            </a:xfrm>
            <a:custGeom>
              <a:avLst/>
              <a:gdLst/>
              <a:ahLst/>
              <a:cxnLst/>
              <a:rect l="l" t="t" r="r" b="b"/>
              <a:pathLst>
                <a:path w="28575" h="3295650">
                  <a:moveTo>
                    <a:pt x="22225" y="0"/>
                  </a:moveTo>
                  <a:lnTo>
                    <a:pt x="6350" y="0"/>
                  </a:lnTo>
                  <a:lnTo>
                    <a:pt x="0" y="6350"/>
                  </a:lnTo>
                  <a:lnTo>
                    <a:pt x="0" y="3289300"/>
                  </a:lnTo>
                  <a:lnTo>
                    <a:pt x="6350" y="3295650"/>
                  </a:lnTo>
                  <a:lnTo>
                    <a:pt x="22225" y="3295650"/>
                  </a:lnTo>
                  <a:lnTo>
                    <a:pt x="28575" y="3289300"/>
                  </a:lnTo>
                  <a:lnTo>
                    <a:pt x="28575" y="6350"/>
                  </a:lnTo>
                  <a:lnTo>
                    <a:pt x="22225" y="0"/>
                  </a:lnTo>
                  <a:close/>
                </a:path>
              </a:pathLst>
            </a:custGeom>
            <a:solidFill>
              <a:srgbClr val="46367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9712959" y="3261042"/>
            <a:ext cx="796290" cy="3803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300" spc="-20" b="1">
                <a:solidFill>
                  <a:srgbClr val="DFD4DE"/>
                </a:solidFill>
                <a:latin typeface="Cambria"/>
                <a:cs typeface="Cambria"/>
              </a:rPr>
              <a:t>ЦЕЛЬ</a:t>
            </a:r>
            <a:endParaRPr sz="2300">
              <a:latin typeface="Cambria"/>
              <a:cs typeface="Cambri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9712325" y="3682682"/>
            <a:ext cx="3321050" cy="2286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242570" indent="-343535">
              <a:lnSpc>
                <a:spcPct val="147300"/>
              </a:lnSpc>
              <a:spcBef>
                <a:spcPts val="95"/>
              </a:spcBef>
              <a:buChar char="•"/>
              <a:tabLst>
                <a:tab pos="355600" algn="l"/>
              </a:tabLst>
            </a:pPr>
            <a:r>
              <a:rPr dirty="0" sz="1700" spc="65">
                <a:solidFill>
                  <a:srgbClr val="DFD4DE"/>
                </a:solidFill>
                <a:latin typeface="Tahoma"/>
                <a:cs typeface="Tahoma"/>
              </a:rPr>
              <a:t>Понятный</a:t>
            </a:r>
            <a:r>
              <a:rPr dirty="0" sz="1700" spc="20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700" spc="60">
                <a:solidFill>
                  <a:srgbClr val="DFD4DE"/>
                </a:solidFill>
                <a:latin typeface="Tahoma"/>
                <a:cs typeface="Tahoma"/>
              </a:rPr>
              <a:t>интерфейс</a:t>
            </a:r>
            <a:r>
              <a:rPr dirty="0" sz="1700" spc="80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DFD4DE"/>
                </a:solidFill>
                <a:latin typeface="Tahoma"/>
                <a:cs typeface="Tahoma"/>
              </a:rPr>
              <a:t>без </a:t>
            </a:r>
            <a:r>
              <a:rPr dirty="0" sz="1700" spc="60">
                <a:solidFill>
                  <a:srgbClr val="DFD4DE"/>
                </a:solidFill>
                <a:latin typeface="Tahoma"/>
                <a:cs typeface="Tahoma"/>
              </a:rPr>
              <a:t>лишних</a:t>
            </a:r>
            <a:r>
              <a:rPr dirty="0" sz="1700" spc="10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700" spc="60">
                <a:solidFill>
                  <a:srgbClr val="DFD4DE"/>
                </a:solidFill>
                <a:latin typeface="Tahoma"/>
                <a:cs typeface="Tahoma"/>
              </a:rPr>
              <a:t>шагов</a:t>
            </a:r>
            <a:endParaRPr sz="17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1035"/>
              </a:spcBef>
              <a:buChar char="•"/>
              <a:tabLst>
                <a:tab pos="355600" algn="l"/>
              </a:tabLst>
            </a:pPr>
            <a:r>
              <a:rPr dirty="0" sz="1700" spc="60">
                <a:solidFill>
                  <a:srgbClr val="DFD4DE"/>
                </a:solidFill>
                <a:latin typeface="Tahoma"/>
                <a:cs typeface="Tahoma"/>
              </a:rPr>
              <a:t>Анализ</a:t>
            </a:r>
            <a:r>
              <a:rPr dirty="0" sz="1700" spc="65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700" spc="75">
                <a:solidFill>
                  <a:srgbClr val="DFD4DE"/>
                </a:solidFill>
                <a:latin typeface="Tahoma"/>
                <a:cs typeface="Tahoma"/>
              </a:rPr>
              <a:t>связи</a:t>
            </a:r>
            <a:r>
              <a:rPr dirty="0" sz="1700" spc="150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700" spc="70">
                <a:solidFill>
                  <a:srgbClr val="DFD4DE"/>
                </a:solidFill>
                <a:latin typeface="Tahoma"/>
                <a:cs typeface="Tahoma"/>
              </a:rPr>
              <a:t>привычек</a:t>
            </a:r>
            <a:r>
              <a:rPr dirty="0" sz="1700" spc="55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700" spc="-50">
                <a:solidFill>
                  <a:srgbClr val="DFD4DE"/>
                </a:solidFill>
                <a:latin typeface="Tahoma"/>
                <a:cs typeface="Tahoma"/>
              </a:rPr>
              <a:t>и</a:t>
            </a:r>
            <a:endParaRPr sz="170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  <a:spcBef>
                <a:spcPts val="890"/>
              </a:spcBef>
            </a:pPr>
            <a:r>
              <a:rPr dirty="0" sz="1700" spc="55">
                <a:solidFill>
                  <a:srgbClr val="DFD4DE"/>
                </a:solidFill>
                <a:latin typeface="Tahoma"/>
                <a:cs typeface="Tahoma"/>
              </a:rPr>
              <a:t>настроения</a:t>
            </a:r>
            <a:endParaRPr sz="1700">
              <a:latin typeface="Tahoma"/>
              <a:cs typeface="Tahoma"/>
            </a:endParaRPr>
          </a:p>
          <a:p>
            <a:pPr marL="355600" marR="5080" indent="-343535">
              <a:lnSpc>
                <a:spcPts val="2930"/>
              </a:lnSpc>
              <a:spcBef>
                <a:spcPts val="25"/>
              </a:spcBef>
              <a:buChar char="•"/>
              <a:tabLst>
                <a:tab pos="355600" algn="l"/>
              </a:tabLst>
            </a:pPr>
            <a:r>
              <a:rPr dirty="0" sz="1700" spc="90">
                <a:solidFill>
                  <a:srgbClr val="DFD4DE"/>
                </a:solidFill>
                <a:latin typeface="Tahoma"/>
                <a:cs typeface="Tahoma"/>
              </a:rPr>
              <a:t>Сохранение</a:t>
            </a:r>
            <a:r>
              <a:rPr dirty="0" sz="1700" spc="75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700" spc="70">
                <a:solidFill>
                  <a:srgbClr val="DFD4DE"/>
                </a:solidFill>
                <a:latin typeface="Tahoma"/>
                <a:cs typeface="Tahoma"/>
              </a:rPr>
              <a:t>данных</a:t>
            </a:r>
            <a:r>
              <a:rPr dirty="0" sz="1700" spc="50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700" spc="80">
                <a:solidFill>
                  <a:srgbClr val="DFD4DE"/>
                </a:solidFill>
                <a:latin typeface="Tahoma"/>
                <a:cs typeface="Tahoma"/>
              </a:rPr>
              <a:t>между </a:t>
            </a:r>
            <a:r>
              <a:rPr dirty="0" sz="1700" spc="85">
                <a:solidFill>
                  <a:srgbClr val="DFD4DE"/>
                </a:solidFill>
                <a:latin typeface="Tahoma"/>
                <a:cs typeface="Tahoma"/>
              </a:rPr>
              <a:t>устройствами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9525" y="19050"/>
            <a:ext cx="1857375" cy="534035"/>
            <a:chOff x="9525" y="19050"/>
            <a:chExt cx="1857375" cy="534035"/>
          </a:xfrm>
        </p:grpSpPr>
        <p:sp>
          <p:nvSpPr>
            <p:cNvPr id="18" name="object 18" descr=""/>
            <p:cNvSpPr/>
            <p:nvPr/>
          </p:nvSpPr>
          <p:spPr>
            <a:xfrm>
              <a:off x="9525" y="19050"/>
              <a:ext cx="1847850" cy="523875"/>
            </a:xfrm>
            <a:custGeom>
              <a:avLst/>
              <a:gdLst/>
              <a:ahLst/>
              <a:cxnLst/>
              <a:rect l="l" t="t" r="r" b="b"/>
              <a:pathLst>
                <a:path w="1847850" h="523875">
                  <a:moveTo>
                    <a:pt x="1847850" y="0"/>
                  </a:moveTo>
                  <a:lnTo>
                    <a:pt x="0" y="0"/>
                  </a:lnTo>
                  <a:lnTo>
                    <a:pt x="0" y="523875"/>
                  </a:lnTo>
                  <a:lnTo>
                    <a:pt x="1847850" y="523875"/>
                  </a:lnTo>
                  <a:lnTo>
                    <a:pt x="18478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4287" y="23875"/>
              <a:ext cx="1847850" cy="523875"/>
            </a:xfrm>
            <a:custGeom>
              <a:avLst/>
              <a:gdLst/>
              <a:ahLst/>
              <a:cxnLst/>
              <a:rect l="l" t="t" r="r" b="b"/>
              <a:pathLst>
                <a:path w="1847850" h="523875">
                  <a:moveTo>
                    <a:pt x="0" y="523875"/>
                  </a:moveTo>
                  <a:lnTo>
                    <a:pt x="1847850" y="523875"/>
                  </a:lnTo>
                  <a:lnTo>
                    <a:pt x="1847850" y="0"/>
                  </a:lnTo>
                  <a:lnTo>
                    <a:pt x="0" y="0"/>
                  </a:lnTo>
                  <a:lnTo>
                    <a:pt x="0" y="5238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7550" y="696848"/>
            <a:ext cx="6663690" cy="67818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250" spc="-130"/>
              <a:t>ТЗ</a:t>
            </a:r>
            <a:r>
              <a:rPr dirty="0" sz="4250" spc="-130">
                <a:latin typeface="Georgia"/>
                <a:cs typeface="Georgia"/>
              </a:rPr>
              <a:t>.</a:t>
            </a:r>
            <a:r>
              <a:rPr dirty="0" sz="4250" spc="-330">
                <a:latin typeface="Georgia"/>
                <a:cs typeface="Georgia"/>
              </a:rPr>
              <a:t> </a:t>
            </a:r>
            <a:r>
              <a:rPr dirty="0" sz="4250"/>
              <a:t>Требования</a:t>
            </a:r>
            <a:r>
              <a:rPr dirty="0" sz="4250" spc="-130"/>
              <a:t> </a:t>
            </a:r>
            <a:r>
              <a:rPr dirty="0" sz="4250"/>
              <a:t>к</a:t>
            </a:r>
            <a:r>
              <a:rPr dirty="0" sz="4250" spc="-50"/>
              <a:t> </a:t>
            </a:r>
            <a:r>
              <a:rPr dirty="0" sz="4250" spc="-10"/>
              <a:t>системе</a:t>
            </a:r>
            <a:endParaRPr sz="4250">
              <a:latin typeface="Georgia"/>
              <a:cs typeface="Georgia"/>
            </a:endParaRP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734377" y="1828285"/>
          <a:ext cx="13247369" cy="5655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47060"/>
                <a:gridCol w="6892925"/>
                <a:gridCol w="3124200"/>
              </a:tblGrid>
              <a:tr h="556895">
                <a:tc>
                  <a:txBody>
                    <a:bodyPr/>
                    <a:lstStyle/>
                    <a:p>
                      <a:pPr marL="207010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550" spc="-10" b="1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Категория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B="0" marT="163195">
                    <a:lnL w="9525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016635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550" spc="-10" b="1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Требование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B="0" marT="163195"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11200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550" spc="-10" b="1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Приоритет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B="0" marT="163195">
                    <a:lnR w="952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FFFFF">
                        <a:alpha val="3921"/>
                      </a:srgbClr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marL="207010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dirty="0" sz="1550" spc="5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Функциональные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B="0" marT="171450">
                    <a:lnL w="9525">
                      <a:solidFill>
                        <a:srgbClr val="FFFFFF"/>
                      </a:solidFill>
                      <a:prstDash val="solid"/>
                    </a:lnL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016635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dirty="0" sz="1550" spc="7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Выбор</a:t>
                      </a:r>
                      <a:r>
                        <a:rPr dirty="0" sz="1550" spc="19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50" spc="75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настроения</a:t>
                      </a:r>
                      <a:r>
                        <a:rPr dirty="0" sz="1550" spc="11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5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(5</a:t>
                      </a:r>
                      <a:r>
                        <a:rPr dirty="0" sz="1550" spc="55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5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градаций:</a:t>
                      </a:r>
                      <a:r>
                        <a:rPr dirty="0" sz="1550" spc="105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50" spc="95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Ужасно</a:t>
                      </a:r>
                      <a:r>
                        <a:rPr dirty="0" sz="1550" spc="19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5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→ </a:t>
                      </a:r>
                      <a:r>
                        <a:rPr dirty="0" sz="1550" spc="-1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Отлично)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B="0" marT="171450"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11200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dirty="0" sz="1550" spc="65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Высокий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B="0" marT="171450">
                    <a:lnR w="9525">
                      <a:solidFill>
                        <a:srgbClr val="FFFFFF"/>
                      </a:solidFill>
                      <a:prstDash val="solid"/>
                    </a:lnR>
                    <a:solidFill>
                      <a:srgbClr val="000000">
                        <a:alpha val="3921"/>
                      </a:srgbClr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marL="207010"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r>
                        <a:rPr dirty="0" sz="1550" spc="5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Функциональные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B="0" marT="175895">
                    <a:lnL w="9525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016635"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r>
                        <a:rPr dirty="0" sz="1550" spc="8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Добавление</a:t>
                      </a:r>
                      <a:r>
                        <a:rPr dirty="0" sz="1550" spc="14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5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/</a:t>
                      </a:r>
                      <a:r>
                        <a:rPr dirty="0" sz="1550" spc="-7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50" spc="75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удаление</a:t>
                      </a:r>
                      <a:r>
                        <a:rPr dirty="0" sz="1550" spc="105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50" spc="45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привычек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B="0" marT="175895"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11200"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r>
                        <a:rPr dirty="0" sz="1550" spc="65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Высокий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B="0" marT="175895">
                    <a:lnR w="9525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>
                        <a:alpha val="3921"/>
                      </a:srgbClr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207010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dirty="0" sz="1550" spc="5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Функциональные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B="0" marT="179070">
                    <a:lnL w="9525">
                      <a:solidFill>
                        <a:srgbClr val="FFFFFF"/>
                      </a:solidFill>
                      <a:prstDash val="solid"/>
                    </a:lnL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016635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dirty="0" sz="1550" spc="7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Ежедневный</a:t>
                      </a:r>
                      <a:r>
                        <a:rPr dirty="0" sz="1550" spc="17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50" spc="10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чек-</a:t>
                      </a:r>
                      <a:r>
                        <a:rPr dirty="0" sz="1550" spc="6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лист</a:t>
                      </a:r>
                      <a:r>
                        <a:rPr dirty="0" sz="1550" spc="65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50" spc="5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привычек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B="0" marT="179070"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11200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dirty="0" sz="1550" spc="65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Высокий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B="0" marT="179070">
                    <a:lnR w="9525">
                      <a:solidFill>
                        <a:srgbClr val="FFFFFF"/>
                      </a:solidFill>
                      <a:prstDash val="solid"/>
                    </a:lnR>
                    <a:solidFill>
                      <a:srgbClr val="000000">
                        <a:alpha val="3921"/>
                      </a:srgbClr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marL="207010">
                        <a:lnSpc>
                          <a:spcPct val="100000"/>
                        </a:lnSpc>
                        <a:spcBef>
                          <a:spcPts val="1370"/>
                        </a:spcBef>
                      </a:pPr>
                      <a:r>
                        <a:rPr dirty="0" sz="1550" spc="5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Функциональные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B="0" marT="173990">
                    <a:lnL w="9525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016635">
                        <a:lnSpc>
                          <a:spcPct val="100000"/>
                        </a:lnSpc>
                        <a:spcBef>
                          <a:spcPts val="1370"/>
                        </a:spcBef>
                      </a:pPr>
                      <a:r>
                        <a:rPr dirty="0" sz="1550" spc="75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Текстовая</a:t>
                      </a:r>
                      <a:r>
                        <a:rPr dirty="0" sz="1550" spc="135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50" spc="75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заметка</a:t>
                      </a:r>
                      <a:r>
                        <a:rPr dirty="0" sz="1550" spc="95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5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к</a:t>
                      </a:r>
                      <a:r>
                        <a:rPr dirty="0" sz="1550" spc="25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50" spc="45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дню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B="0" marT="173990"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11200">
                        <a:lnSpc>
                          <a:spcPct val="100000"/>
                        </a:lnSpc>
                        <a:spcBef>
                          <a:spcPts val="1370"/>
                        </a:spcBef>
                      </a:pPr>
                      <a:r>
                        <a:rPr dirty="0" sz="1550" spc="7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Средний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B="0" marT="173990">
                    <a:lnR w="9525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>
                        <a:alpha val="3921"/>
                      </a:srgbClr>
                    </a:solidFill>
                  </a:tcPr>
                </a:tc>
              </a:tr>
              <a:tr h="561340">
                <a:tc>
                  <a:txBody>
                    <a:bodyPr/>
                    <a:lstStyle/>
                    <a:p>
                      <a:pPr marL="207010">
                        <a:lnSpc>
                          <a:spcPct val="100000"/>
                        </a:lnSpc>
                        <a:spcBef>
                          <a:spcPts val="1400"/>
                        </a:spcBef>
                      </a:pPr>
                      <a:r>
                        <a:rPr dirty="0" sz="1550" spc="5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Функциональные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B="0" marT="177800">
                    <a:lnL w="9525">
                      <a:solidFill>
                        <a:srgbClr val="FFFFFF"/>
                      </a:solidFill>
                      <a:prstDash val="solid"/>
                    </a:lnL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016635">
                        <a:lnSpc>
                          <a:spcPct val="100000"/>
                        </a:lnSpc>
                        <a:spcBef>
                          <a:spcPts val="1400"/>
                        </a:spcBef>
                      </a:pPr>
                      <a:r>
                        <a:rPr dirty="0" sz="1550" spc="5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Лента</a:t>
                      </a:r>
                      <a:r>
                        <a:rPr dirty="0" sz="1550" spc="114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50" spc="65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истории</a:t>
                      </a:r>
                      <a:r>
                        <a:rPr dirty="0" sz="1550" spc="85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50" spc="45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записей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B="0" marT="177800"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11200">
                        <a:lnSpc>
                          <a:spcPct val="100000"/>
                        </a:lnSpc>
                        <a:spcBef>
                          <a:spcPts val="1400"/>
                        </a:spcBef>
                      </a:pPr>
                      <a:r>
                        <a:rPr dirty="0" sz="1550" spc="55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Высокий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B="0" marT="177800">
                    <a:lnR w="9525">
                      <a:solidFill>
                        <a:srgbClr val="FFFFFF"/>
                      </a:solidFill>
                      <a:prstDash val="solid"/>
                    </a:lnR>
                    <a:solidFill>
                      <a:srgbClr val="000000">
                        <a:alpha val="3921"/>
                      </a:srgbClr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marL="207010">
                        <a:lnSpc>
                          <a:spcPct val="100000"/>
                        </a:lnSpc>
                        <a:spcBef>
                          <a:spcPts val="1430"/>
                        </a:spcBef>
                      </a:pPr>
                      <a:r>
                        <a:rPr dirty="0" sz="1550" spc="5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Функциональные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B="0" marT="181610">
                    <a:lnL w="9525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016635">
                        <a:lnSpc>
                          <a:spcPct val="100000"/>
                        </a:lnSpc>
                        <a:spcBef>
                          <a:spcPts val="1430"/>
                        </a:spcBef>
                      </a:pPr>
                      <a:r>
                        <a:rPr dirty="0" sz="1550" spc="65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Фильтрация</a:t>
                      </a:r>
                      <a:r>
                        <a:rPr dirty="0" sz="1550" spc="4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5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по</a:t>
                      </a:r>
                      <a:r>
                        <a:rPr dirty="0" sz="1550" spc="8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50" spc="5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дате</a:t>
                      </a:r>
                      <a:r>
                        <a:rPr dirty="0" sz="1550" spc="9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5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и</a:t>
                      </a:r>
                      <a:r>
                        <a:rPr dirty="0" sz="1550" spc="7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50" spc="55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настроению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B="0" marT="181610"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11200">
                        <a:lnSpc>
                          <a:spcPct val="100000"/>
                        </a:lnSpc>
                        <a:spcBef>
                          <a:spcPts val="1430"/>
                        </a:spcBef>
                      </a:pPr>
                      <a:r>
                        <a:rPr dirty="0" sz="1550" spc="7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Средний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B="0" marT="181610">
                    <a:lnR w="9525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>
                        <a:alpha val="3921"/>
                      </a:srgbClr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207010">
                        <a:lnSpc>
                          <a:spcPct val="100000"/>
                        </a:lnSpc>
                        <a:spcBef>
                          <a:spcPts val="1460"/>
                        </a:spcBef>
                      </a:pPr>
                      <a:r>
                        <a:rPr dirty="0" sz="1550" spc="45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Нефункциональные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B="0" marT="185420">
                    <a:lnL w="9525">
                      <a:solidFill>
                        <a:srgbClr val="FFFFFF"/>
                      </a:solidFill>
                      <a:prstDash val="solid"/>
                    </a:lnL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016635">
                        <a:lnSpc>
                          <a:spcPct val="100000"/>
                        </a:lnSpc>
                        <a:spcBef>
                          <a:spcPts val="1460"/>
                        </a:spcBef>
                      </a:pPr>
                      <a:r>
                        <a:rPr dirty="0" sz="1550" spc="55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Адаптивный</a:t>
                      </a:r>
                      <a:r>
                        <a:rPr dirty="0" sz="1550" spc="10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50" spc="55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дизайн</a:t>
                      </a:r>
                      <a:r>
                        <a:rPr dirty="0" sz="1550" spc="5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50" spc="5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(ПК</a:t>
                      </a:r>
                      <a:r>
                        <a:rPr dirty="0" sz="1550" spc="7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5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/</a:t>
                      </a:r>
                      <a:r>
                        <a:rPr dirty="0" sz="1550" spc="1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50" spc="8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мобильные</a:t>
                      </a:r>
                      <a:r>
                        <a:rPr dirty="0" sz="1550" spc="135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50" spc="55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устройства)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B="0" marT="185420"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11200">
                        <a:lnSpc>
                          <a:spcPct val="100000"/>
                        </a:lnSpc>
                        <a:spcBef>
                          <a:spcPts val="1460"/>
                        </a:spcBef>
                      </a:pPr>
                      <a:r>
                        <a:rPr dirty="0" sz="1550" spc="55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Высокий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B="0" marT="185420">
                    <a:lnR w="9525">
                      <a:solidFill>
                        <a:srgbClr val="FFFFFF"/>
                      </a:solidFill>
                      <a:prstDash val="solid"/>
                    </a:lnR>
                    <a:solidFill>
                      <a:srgbClr val="000000">
                        <a:alpha val="3921"/>
                      </a:srgbClr>
                    </a:solidFill>
                  </a:tcPr>
                </a:tc>
              </a:tr>
              <a:tr h="561340">
                <a:tc>
                  <a:txBody>
                    <a:bodyPr/>
                    <a:lstStyle/>
                    <a:p>
                      <a:pPr marL="207010">
                        <a:lnSpc>
                          <a:spcPct val="100000"/>
                        </a:lnSpc>
                        <a:spcBef>
                          <a:spcPts val="1415"/>
                        </a:spcBef>
                      </a:pPr>
                      <a:r>
                        <a:rPr dirty="0" sz="1550" spc="4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Нефункциональные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B="0" marT="179705">
                    <a:lnL w="9525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016635">
                        <a:lnSpc>
                          <a:spcPct val="100000"/>
                        </a:lnSpc>
                        <a:spcBef>
                          <a:spcPts val="1415"/>
                        </a:spcBef>
                      </a:pPr>
                      <a:r>
                        <a:rPr dirty="0" sz="1550" spc="85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Сохранение</a:t>
                      </a:r>
                      <a:r>
                        <a:rPr dirty="0" sz="1550" spc="13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5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в</a:t>
                      </a:r>
                      <a:r>
                        <a:rPr dirty="0" sz="1550" spc="65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50" spc="75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LocalStorage </a:t>
                      </a:r>
                      <a:r>
                        <a:rPr dirty="0" sz="1550" spc="55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(без</a:t>
                      </a:r>
                      <a:r>
                        <a:rPr dirty="0" sz="1550" spc="65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50" spc="4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регистрации)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B="0" marT="179705"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11200">
                        <a:lnSpc>
                          <a:spcPct val="100000"/>
                        </a:lnSpc>
                        <a:spcBef>
                          <a:spcPts val="1415"/>
                        </a:spcBef>
                      </a:pPr>
                      <a:r>
                        <a:rPr dirty="0" sz="1550" spc="55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Высокий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B="0" marT="179705">
                    <a:lnR w="9525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>
                        <a:alpha val="3921"/>
                      </a:srgbClr>
                    </a:solidFill>
                  </a:tcPr>
                </a:tc>
              </a:tr>
              <a:tr h="585470">
                <a:tc>
                  <a:txBody>
                    <a:bodyPr/>
                    <a:lstStyle/>
                    <a:p>
                      <a:pPr marL="207010">
                        <a:lnSpc>
                          <a:spcPct val="100000"/>
                        </a:lnSpc>
                        <a:spcBef>
                          <a:spcPts val="1445"/>
                        </a:spcBef>
                      </a:pPr>
                      <a:r>
                        <a:rPr dirty="0" sz="1550" spc="4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Нефункциональные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B="0" marT="183515">
                    <a:lnL w="9525">
                      <a:solidFill>
                        <a:srgbClr val="FFFFFF"/>
                      </a:solidFill>
                      <a:prstDash val="solid"/>
                    </a:lnL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016635">
                        <a:lnSpc>
                          <a:spcPct val="100000"/>
                        </a:lnSpc>
                        <a:spcBef>
                          <a:spcPts val="1445"/>
                        </a:spcBef>
                      </a:pPr>
                      <a:r>
                        <a:rPr dirty="0" sz="1550" spc="105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Время</a:t>
                      </a:r>
                      <a:r>
                        <a:rPr dirty="0" sz="1550" spc="95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50" spc="55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отклика</a:t>
                      </a:r>
                      <a:r>
                        <a:rPr dirty="0" sz="1550" spc="65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5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&lt;</a:t>
                      </a:r>
                      <a:r>
                        <a:rPr dirty="0" sz="1550" spc="-13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5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1</a:t>
                      </a:r>
                      <a:r>
                        <a:rPr dirty="0" sz="1550" spc="-215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50" spc="55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секунды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B="0" marT="183515"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11200">
                        <a:lnSpc>
                          <a:spcPct val="100000"/>
                        </a:lnSpc>
                        <a:spcBef>
                          <a:spcPts val="1445"/>
                        </a:spcBef>
                      </a:pPr>
                      <a:r>
                        <a:rPr dirty="0" sz="1550" spc="75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Средний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B="0" marT="183515">
                    <a:lnR w="9525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>
                        <a:alpha val="3921"/>
                      </a:srgbClr>
                    </a:solidFill>
                  </a:tcPr>
                </a:tc>
              </a:tr>
            </a:tbl>
          </a:graphicData>
        </a:graphic>
      </p:graphicFrame>
      <p:grpSp>
        <p:nvGrpSpPr>
          <p:cNvPr id="4" name="object 4" descr=""/>
          <p:cNvGrpSpPr/>
          <p:nvPr/>
        </p:nvGrpSpPr>
        <p:grpSpPr>
          <a:xfrm>
            <a:off x="9525" y="19050"/>
            <a:ext cx="1857375" cy="534035"/>
            <a:chOff x="9525" y="19050"/>
            <a:chExt cx="1857375" cy="534035"/>
          </a:xfrm>
        </p:grpSpPr>
        <p:sp>
          <p:nvSpPr>
            <p:cNvPr id="5" name="object 5" descr=""/>
            <p:cNvSpPr/>
            <p:nvPr/>
          </p:nvSpPr>
          <p:spPr>
            <a:xfrm>
              <a:off x="9525" y="19050"/>
              <a:ext cx="1847850" cy="523875"/>
            </a:xfrm>
            <a:custGeom>
              <a:avLst/>
              <a:gdLst/>
              <a:ahLst/>
              <a:cxnLst/>
              <a:rect l="l" t="t" r="r" b="b"/>
              <a:pathLst>
                <a:path w="1847850" h="523875">
                  <a:moveTo>
                    <a:pt x="1847850" y="0"/>
                  </a:moveTo>
                  <a:lnTo>
                    <a:pt x="0" y="0"/>
                  </a:lnTo>
                  <a:lnTo>
                    <a:pt x="0" y="523875"/>
                  </a:lnTo>
                  <a:lnTo>
                    <a:pt x="1847850" y="523875"/>
                  </a:lnTo>
                  <a:lnTo>
                    <a:pt x="18478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4287" y="23875"/>
              <a:ext cx="1847850" cy="523875"/>
            </a:xfrm>
            <a:custGeom>
              <a:avLst/>
              <a:gdLst/>
              <a:ahLst/>
              <a:cxnLst/>
              <a:rect l="l" t="t" r="r" b="b"/>
              <a:pathLst>
                <a:path w="1847850" h="523875">
                  <a:moveTo>
                    <a:pt x="0" y="523875"/>
                  </a:moveTo>
                  <a:lnTo>
                    <a:pt x="1847850" y="523875"/>
                  </a:lnTo>
                  <a:lnTo>
                    <a:pt x="1847850" y="0"/>
                  </a:lnTo>
                  <a:lnTo>
                    <a:pt x="0" y="0"/>
                  </a:lnTo>
                  <a:lnTo>
                    <a:pt x="0" y="5238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2279" rIns="0" bIns="0" rtlCol="0" vert="horz">
            <a:spAutoFit/>
          </a:bodyPr>
          <a:lstStyle/>
          <a:p>
            <a:pPr marL="339090">
              <a:lnSpc>
                <a:spcPct val="100000"/>
              </a:lnSpc>
              <a:spcBef>
                <a:spcPts val="105"/>
              </a:spcBef>
            </a:pPr>
            <a:r>
              <a:rPr dirty="0" sz="3750"/>
              <a:t>Диаграмма</a:t>
            </a:r>
            <a:r>
              <a:rPr dirty="0" sz="3750" spc="-170"/>
              <a:t> </a:t>
            </a:r>
            <a:r>
              <a:rPr dirty="0" sz="3750"/>
              <a:t>вариантов</a:t>
            </a:r>
            <a:r>
              <a:rPr dirty="0" sz="3750" spc="-145"/>
              <a:t> </a:t>
            </a:r>
            <a:r>
              <a:rPr dirty="0" sz="3750" spc="-10"/>
              <a:t>использования</a:t>
            </a:r>
            <a:endParaRPr sz="37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1495425"/>
            <a:ext cx="6067425" cy="6057900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7524750" y="2646045"/>
            <a:ext cx="6088380" cy="1146810"/>
            <a:chOff x="7524750" y="2646045"/>
            <a:chExt cx="6088380" cy="1146810"/>
          </a:xfrm>
        </p:grpSpPr>
        <p:sp>
          <p:nvSpPr>
            <p:cNvPr id="5" name="object 5" descr=""/>
            <p:cNvSpPr/>
            <p:nvPr/>
          </p:nvSpPr>
          <p:spPr>
            <a:xfrm>
              <a:off x="7543800" y="2657475"/>
              <a:ext cx="6057900" cy="1123950"/>
            </a:xfrm>
            <a:custGeom>
              <a:avLst/>
              <a:gdLst/>
              <a:ahLst/>
              <a:cxnLst/>
              <a:rect l="l" t="t" r="r" b="b"/>
              <a:pathLst>
                <a:path w="6057900" h="1123950">
                  <a:moveTo>
                    <a:pt x="5947536" y="0"/>
                  </a:moveTo>
                  <a:lnTo>
                    <a:pt x="110363" y="0"/>
                  </a:lnTo>
                  <a:lnTo>
                    <a:pt x="67436" y="8636"/>
                  </a:lnTo>
                  <a:lnTo>
                    <a:pt x="32257" y="32258"/>
                  </a:lnTo>
                  <a:lnTo>
                    <a:pt x="8635" y="67437"/>
                  </a:lnTo>
                  <a:lnTo>
                    <a:pt x="0" y="110362"/>
                  </a:lnTo>
                  <a:lnTo>
                    <a:pt x="0" y="1013587"/>
                  </a:lnTo>
                  <a:lnTo>
                    <a:pt x="8635" y="1056513"/>
                  </a:lnTo>
                  <a:lnTo>
                    <a:pt x="32257" y="1091564"/>
                  </a:lnTo>
                  <a:lnTo>
                    <a:pt x="67436" y="1115314"/>
                  </a:lnTo>
                  <a:lnTo>
                    <a:pt x="110363" y="1123950"/>
                  </a:lnTo>
                  <a:lnTo>
                    <a:pt x="5947536" y="1123950"/>
                  </a:lnTo>
                  <a:lnTo>
                    <a:pt x="5990463" y="1115314"/>
                  </a:lnTo>
                  <a:lnTo>
                    <a:pt x="6025515" y="1091564"/>
                  </a:lnTo>
                  <a:lnTo>
                    <a:pt x="6049263" y="1056513"/>
                  </a:lnTo>
                  <a:lnTo>
                    <a:pt x="6057900" y="1013587"/>
                  </a:lnTo>
                  <a:lnTo>
                    <a:pt x="6057900" y="110362"/>
                  </a:lnTo>
                  <a:lnTo>
                    <a:pt x="6049263" y="67437"/>
                  </a:lnTo>
                  <a:lnTo>
                    <a:pt x="6025515" y="32258"/>
                  </a:lnTo>
                  <a:lnTo>
                    <a:pt x="5990463" y="8636"/>
                  </a:lnTo>
                  <a:lnTo>
                    <a:pt x="5947536" y="0"/>
                  </a:lnTo>
                  <a:close/>
                </a:path>
              </a:pathLst>
            </a:custGeom>
            <a:solidFill>
              <a:srgbClr val="0C0422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7543800" y="2657475"/>
              <a:ext cx="6057900" cy="1123950"/>
            </a:xfrm>
            <a:custGeom>
              <a:avLst/>
              <a:gdLst/>
              <a:ahLst/>
              <a:cxnLst/>
              <a:rect l="l" t="t" r="r" b="b"/>
              <a:pathLst>
                <a:path w="6057900" h="1123950">
                  <a:moveTo>
                    <a:pt x="0" y="110362"/>
                  </a:moveTo>
                  <a:lnTo>
                    <a:pt x="8635" y="67437"/>
                  </a:lnTo>
                  <a:lnTo>
                    <a:pt x="32257" y="32258"/>
                  </a:lnTo>
                  <a:lnTo>
                    <a:pt x="67436" y="8636"/>
                  </a:lnTo>
                  <a:lnTo>
                    <a:pt x="110363" y="0"/>
                  </a:lnTo>
                  <a:lnTo>
                    <a:pt x="5947536" y="0"/>
                  </a:lnTo>
                  <a:lnTo>
                    <a:pt x="5990463" y="8636"/>
                  </a:lnTo>
                  <a:lnTo>
                    <a:pt x="6025515" y="32258"/>
                  </a:lnTo>
                  <a:lnTo>
                    <a:pt x="6049263" y="67437"/>
                  </a:lnTo>
                  <a:lnTo>
                    <a:pt x="6057900" y="110362"/>
                  </a:lnTo>
                  <a:lnTo>
                    <a:pt x="6057900" y="1013587"/>
                  </a:lnTo>
                  <a:lnTo>
                    <a:pt x="6049263" y="1056513"/>
                  </a:lnTo>
                  <a:lnTo>
                    <a:pt x="6025515" y="1091564"/>
                  </a:lnTo>
                  <a:lnTo>
                    <a:pt x="5990463" y="1115314"/>
                  </a:lnTo>
                  <a:lnTo>
                    <a:pt x="5947536" y="1123950"/>
                  </a:lnTo>
                  <a:lnTo>
                    <a:pt x="110363" y="1123950"/>
                  </a:lnTo>
                  <a:lnTo>
                    <a:pt x="67436" y="1115314"/>
                  </a:lnTo>
                  <a:lnTo>
                    <a:pt x="32257" y="1091564"/>
                  </a:lnTo>
                  <a:lnTo>
                    <a:pt x="8635" y="1056513"/>
                  </a:lnTo>
                  <a:lnTo>
                    <a:pt x="0" y="1013587"/>
                  </a:lnTo>
                  <a:lnTo>
                    <a:pt x="0" y="110362"/>
                  </a:lnTo>
                  <a:close/>
                </a:path>
              </a:pathLst>
            </a:custGeom>
            <a:ln w="22860">
              <a:solidFill>
                <a:srgbClr val="46367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24750" y="2657475"/>
              <a:ext cx="85725" cy="1123950"/>
            </a:xfrm>
            <a:prstGeom prst="rect">
              <a:avLst/>
            </a:prstGeom>
          </p:spPr>
        </p:pic>
      </p:grpSp>
      <p:grpSp>
        <p:nvGrpSpPr>
          <p:cNvPr id="8" name="object 8" descr=""/>
          <p:cNvGrpSpPr/>
          <p:nvPr/>
        </p:nvGrpSpPr>
        <p:grpSpPr>
          <a:xfrm>
            <a:off x="7524750" y="3912870"/>
            <a:ext cx="6088380" cy="1403985"/>
            <a:chOff x="7524750" y="3912870"/>
            <a:chExt cx="6088380" cy="1403985"/>
          </a:xfrm>
        </p:grpSpPr>
        <p:sp>
          <p:nvSpPr>
            <p:cNvPr id="9" name="object 9" descr=""/>
            <p:cNvSpPr/>
            <p:nvPr/>
          </p:nvSpPr>
          <p:spPr>
            <a:xfrm>
              <a:off x="7543800" y="3924300"/>
              <a:ext cx="6057900" cy="1381125"/>
            </a:xfrm>
            <a:custGeom>
              <a:avLst/>
              <a:gdLst/>
              <a:ahLst/>
              <a:cxnLst/>
              <a:rect l="l" t="t" r="r" b="b"/>
              <a:pathLst>
                <a:path w="6057900" h="1381125">
                  <a:moveTo>
                    <a:pt x="5948044" y="0"/>
                  </a:moveTo>
                  <a:lnTo>
                    <a:pt x="109854" y="0"/>
                  </a:lnTo>
                  <a:lnTo>
                    <a:pt x="67055" y="8636"/>
                  </a:lnTo>
                  <a:lnTo>
                    <a:pt x="32130" y="32130"/>
                  </a:lnTo>
                  <a:lnTo>
                    <a:pt x="8635" y="67055"/>
                  </a:lnTo>
                  <a:lnTo>
                    <a:pt x="0" y="109854"/>
                  </a:lnTo>
                  <a:lnTo>
                    <a:pt x="0" y="1271270"/>
                  </a:lnTo>
                  <a:lnTo>
                    <a:pt x="8635" y="1314069"/>
                  </a:lnTo>
                  <a:lnTo>
                    <a:pt x="32130" y="1348994"/>
                  </a:lnTo>
                  <a:lnTo>
                    <a:pt x="67055" y="1372489"/>
                  </a:lnTo>
                  <a:lnTo>
                    <a:pt x="109854" y="1381125"/>
                  </a:lnTo>
                  <a:lnTo>
                    <a:pt x="5948044" y="1381125"/>
                  </a:lnTo>
                  <a:lnTo>
                    <a:pt x="5990844" y="1372489"/>
                  </a:lnTo>
                  <a:lnTo>
                    <a:pt x="6025769" y="1348994"/>
                  </a:lnTo>
                  <a:lnTo>
                    <a:pt x="6049263" y="1314069"/>
                  </a:lnTo>
                  <a:lnTo>
                    <a:pt x="6057900" y="1271270"/>
                  </a:lnTo>
                  <a:lnTo>
                    <a:pt x="6057900" y="109854"/>
                  </a:lnTo>
                  <a:lnTo>
                    <a:pt x="6049263" y="67055"/>
                  </a:lnTo>
                  <a:lnTo>
                    <a:pt x="6025769" y="32130"/>
                  </a:lnTo>
                  <a:lnTo>
                    <a:pt x="5990844" y="8636"/>
                  </a:lnTo>
                  <a:lnTo>
                    <a:pt x="5948044" y="0"/>
                  </a:lnTo>
                  <a:close/>
                </a:path>
              </a:pathLst>
            </a:custGeom>
            <a:solidFill>
              <a:srgbClr val="0C0422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7543800" y="3924300"/>
              <a:ext cx="6057900" cy="1381125"/>
            </a:xfrm>
            <a:custGeom>
              <a:avLst/>
              <a:gdLst/>
              <a:ahLst/>
              <a:cxnLst/>
              <a:rect l="l" t="t" r="r" b="b"/>
              <a:pathLst>
                <a:path w="6057900" h="1381125">
                  <a:moveTo>
                    <a:pt x="0" y="109854"/>
                  </a:moveTo>
                  <a:lnTo>
                    <a:pt x="8635" y="67055"/>
                  </a:lnTo>
                  <a:lnTo>
                    <a:pt x="32130" y="32130"/>
                  </a:lnTo>
                  <a:lnTo>
                    <a:pt x="67055" y="8636"/>
                  </a:lnTo>
                  <a:lnTo>
                    <a:pt x="109854" y="0"/>
                  </a:lnTo>
                  <a:lnTo>
                    <a:pt x="5948044" y="0"/>
                  </a:lnTo>
                  <a:lnTo>
                    <a:pt x="5990844" y="8636"/>
                  </a:lnTo>
                  <a:lnTo>
                    <a:pt x="6025769" y="32130"/>
                  </a:lnTo>
                  <a:lnTo>
                    <a:pt x="6049263" y="67055"/>
                  </a:lnTo>
                  <a:lnTo>
                    <a:pt x="6057900" y="109854"/>
                  </a:lnTo>
                  <a:lnTo>
                    <a:pt x="6057900" y="1271270"/>
                  </a:lnTo>
                  <a:lnTo>
                    <a:pt x="6049263" y="1314069"/>
                  </a:lnTo>
                  <a:lnTo>
                    <a:pt x="6025769" y="1348994"/>
                  </a:lnTo>
                  <a:lnTo>
                    <a:pt x="5990844" y="1372489"/>
                  </a:lnTo>
                  <a:lnTo>
                    <a:pt x="5948044" y="1381125"/>
                  </a:lnTo>
                  <a:lnTo>
                    <a:pt x="109854" y="1381125"/>
                  </a:lnTo>
                  <a:lnTo>
                    <a:pt x="67055" y="1372489"/>
                  </a:lnTo>
                  <a:lnTo>
                    <a:pt x="32130" y="1348994"/>
                  </a:lnTo>
                  <a:lnTo>
                    <a:pt x="8635" y="1314069"/>
                  </a:lnTo>
                  <a:lnTo>
                    <a:pt x="0" y="1271270"/>
                  </a:lnTo>
                  <a:lnTo>
                    <a:pt x="0" y="109854"/>
                  </a:lnTo>
                  <a:close/>
                </a:path>
              </a:pathLst>
            </a:custGeom>
            <a:ln w="22860">
              <a:solidFill>
                <a:srgbClr val="46367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24750" y="3924300"/>
              <a:ext cx="85723" cy="1381125"/>
            </a:xfrm>
            <a:prstGeom prst="rect">
              <a:avLst/>
            </a:prstGeom>
          </p:spPr>
        </p:pic>
      </p:grpSp>
      <p:sp>
        <p:nvSpPr>
          <p:cNvPr id="12" name="object 12" descr=""/>
          <p:cNvSpPr txBox="1"/>
          <p:nvPr/>
        </p:nvSpPr>
        <p:spPr>
          <a:xfrm>
            <a:off x="7541641" y="2174557"/>
            <a:ext cx="4721225" cy="289369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-10" b="1">
                <a:solidFill>
                  <a:srgbClr val="FF88AD"/>
                </a:solidFill>
                <a:latin typeface="Cambria"/>
                <a:cs typeface="Cambria"/>
              </a:rPr>
              <a:t>Акторы</a:t>
            </a:r>
            <a:r>
              <a:rPr dirty="0" sz="1850" spc="-90" b="1">
                <a:solidFill>
                  <a:srgbClr val="FF88AD"/>
                </a:solidFill>
                <a:latin typeface="Cambria"/>
                <a:cs typeface="Cambria"/>
              </a:rPr>
              <a:t> </a:t>
            </a:r>
            <a:r>
              <a:rPr dirty="0" sz="1850" spc="-10" b="1">
                <a:solidFill>
                  <a:srgbClr val="FF88AD"/>
                </a:solidFill>
                <a:latin typeface="Cambria"/>
                <a:cs typeface="Cambria"/>
              </a:rPr>
              <a:t>системы</a:t>
            </a:r>
            <a:endParaRPr sz="18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40"/>
              </a:spcBef>
            </a:pPr>
            <a:endParaRPr sz="1850">
              <a:latin typeface="Cambria"/>
              <a:cs typeface="Cambria"/>
            </a:endParaRPr>
          </a:p>
          <a:p>
            <a:pPr marL="285750">
              <a:lnSpc>
                <a:spcPct val="100000"/>
              </a:lnSpc>
            </a:pPr>
            <a:r>
              <a:rPr dirty="0" sz="1850" spc="-10" b="1">
                <a:solidFill>
                  <a:srgbClr val="DFD4DE"/>
                </a:solidFill>
                <a:latin typeface="Cambria"/>
                <a:cs typeface="Cambria"/>
              </a:rPr>
              <a:t>Гость</a:t>
            </a:r>
            <a:endParaRPr sz="1850">
              <a:latin typeface="Cambria"/>
              <a:cs typeface="Cambria"/>
            </a:endParaRPr>
          </a:p>
          <a:p>
            <a:pPr marL="285750">
              <a:lnSpc>
                <a:spcPct val="100000"/>
              </a:lnSpc>
              <a:spcBef>
                <a:spcPts val="1535"/>
              </a:spcBef>
            </a:pPr>
            <a:r>
              <a:rPr dirty="0" sz="1400" spc="70">
                <a:solidFill>
                  <a:srgbClr val="DFD4DE"/>
                </a:solidFill>
                <a:latin typeface="Tahoma"/>
                <a:cs typeface="Tahoma"/>
              </a:rPr>
              <a:t>Просмотр</a:t>
            </a:r>
            <a:r>
              <a:rPr dirty="0" sz="1400" spc="195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DFD4DE"/>
                </a:solidFill>
                <a:latin typeface="Tahoma"/>
                <a:cs typeface="Tahoma"/>
              </a:rPr>
              <a:t>демо,</a:t>
            </a:r>
            <a:r>
              <a:rPr dirty="0" sz="1400" spc="265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DFD4DE"/>
                </a:solidFill>
                <a:latin typeface="Tahoma"/>
                <a:cs typeface="Tahoma"/>
              </a:rPr>
              <a:t>регистрация,</a:t>
            </a:r>
            <a:r>
              <a:rPr dirty="0" sz="1400" spc="190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DFD4DE"/>
                </a:solidFill>
                <a:latin typeface="Tahoma"/>
                <a:cs typeface="Tahoma"/>
              </a:rPr>
              <a:t>вход</a:t>
            </a:r>
            <a:r>
              <a:rPr dirty="0" sz="1400" spc="85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DFD4DE"/>
                </a:solidFill>
                <a:latin typeface="Tahoma"/>
                <a:cs typeface="Tahoma"/>
              </a:rPr>
              <a:t>в</a:t>
            </a:r>
            <a:r>
              <a:rPr dirty="0" sz="1400" spc="185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400" spc="45">
                <a:solidFill>
                  <a:srgbClr val="DFD4DE"/>
                </a:solidFill>
                <a:latin typeface="Tahoma"/>
                <a:cs typeface="Tahoma"/>
              </a:rPr>
              <a:t>систему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95"/>
              </a:spcBef>
            </a:pPr>
            <a:endParaRPr sz="1400">
              <a:latin typeface="Tahoma"/>
              <a:cs typeface="Tahoma"/>
            </a:endParaRPr>
          </a:p>
          <a:p>
            <a:pPr marL="286385">
              <a:lnSpc>
                <a:spcPct val="100000"/>
              </a:lnSpc>
            </a:pPr>
            <a:r>
              <a:rPr dirty="0" sz="1850" spc="-10" b="1">
                <a:solidFill>
                  <a:srgbClr val="DFD4DE"/>
                </a:solidFill>
                <a:latin typeface="Cambria"/>
                <a:cs typeface="Cambria"/>
              </a:rPr>
              <a:t>Пользователь</a:t>
            </a:r>
            <a:endParaRPr sz="1850">
              <a:latin typeface="Cambria"/>
              <a:cs typeface="Cambria"/>
            </a:endParaRPr>
          </a:p>
          <a:p>
            <a:pPr marL="286385" marR="5080">
              <a:lnSpc>
                <a:spcPct val="125099"/>
              </a:lnSpc>
              <a:spcBef>
                <a:spcPts val="890"/>
              </a:spcBef>
            </a:pPr>
            <a:r>
              <a:rPr dirty="0" sz="1400">
                <a:solidFill>
                  <a:srgbClr val="DFD4DE"/>
                </a:solidFill>
                <a:latin typeface="Tahoma"/>
                <a:cs typeface="Tahoma"/>
              </a:rPr>
              <a:t>Отметка</a:t>
            </a:r>
            <a:r>
              <a:rPr dirty="0" sz="1400" spc="380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DFD4DE"/>
                </a:solidFill>
                <a:latin typeface="Tahoma"/>
                <a:cs typeface="Tahoma"/>
              </a:rPr>
              <a:t>настроения,</a:t>
            </a:r>
            <a:r>
              <a:rPr dirty="0" sz="1400" spc="175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DFD4DE"/>
                </a:solidFill>
                <a:latin typeface="Tahoma"/>
                <a:cs typeface="Tahoma"/>
              </a:rPr>
              <a:t>привычки,</a:t>
            </a:r>
            <a:r>
              <a:rPr dirty="0" sz="1400" spc="305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400" spc="60">
                <a:solidFill>
                  <a:srgbClr val="DFD4DE"/>
                </a:solidFill>
                <a:latin typeface="Tahoma"/>
                <a:cs typeface="Tahoma"/>
              </a:rPr>
              <a:t>чек-</a:t>
            </a:r>
            <a:r>
              <a:rPr dirty="0" sz="1400">
                <a:solidFill>
                  <a:srgbClr val="DFD4DE"/>
                </a:solidFill>
                <a:latin typeface="Tahoma"/>
                <a:cs typeface="Tahoma"/>
              </a:rPr>
              <a:t>лист,</a:t>
            </a:r>
            <a:r>
              <a:rPr dirty="0" sz="1400" spc="285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DFD4DE"/>
                </a:solidFill>
                <a:latin typeface="Tahoma"/>
                <a:cs typeface="Tahoma"/>
              </a:rPr>
              <a:t>история, </a:t>
            </a:r>
            <a:r>
              <a:rPr dirty="0" sz="1400">
                <a:solidFill>
                  <a:srgbClr val="DFD4DE"/>
                </a:solidFill>
                <a:latin typeface="Tahoma"/>
                <a:cs typeface="Tahoma"/>
              </a:rPr>
              <a:t>фильтрация,</a:t>
            </a:r>
            <a:r>
              <a:rPr dirty="0" sz="1400" spc="130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DFD4DE"/>
                </a:solidFill>
                <a:latin typeface="Tahoma"/>
                <a:cs typeface="Tahoma"/>
              </a:rPr>
              <a:t>профиль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7524750" y="5436870"/>
            <a:ext cx="6088380" cy="1403985"/>
            <a:chOff x="7524750" y="5436870"/>
            <a:chExt cx="6088380" cy="1403985"/>
          </a:xfrm>
        </p:grpSpPr>
        <p:sp>
          <p:nvSpPr>
            <p:cNvPr id="14" name="object 14" descr=""/>
            <p:cNvSpPr/>
            <p:nvPr/>
          </p:nvSpPr>
          <p:spPr>
            <a:xfrm>
              <a:off x="7543800" y="5448300"/>
              <a:ext cx="6057900" cy="1381125"/>
            </a:xfrm>
            <a:custGeom>
              <a:avLst/>
              <a:gdLst/>
              <a:ahLst/>
              <a:cxnLst/>
              <a:rect l="l" t="t" r="r" b="b"/>
              <a:pathLst>
                <a:path w="6057900" h="1381125">
                  <a:moveTo>
                    <a:pt x="5948044" y="0"/>
                  </a:moveTo>
                  <a:lnTo>
                    <a:pt x="109854" y="0"/>
                  </a:lnTo>
                  <a:lnTo>
                    <a:pt x="67055" y="8636"/>
                  </a:lnTo>
                  <a:lnTo>
                    <a:pt x="32130" y="32131"/>
                  </a:lnTo>
                  <a:lnTo>
                    <a:pt x="8635" y="67056"/>
                  </a:lnTo>
                  <a:lnTo>
                    <a:pt x="0" y="109855"/>
                  </a:lnTo>
                  <a:lnTo>
                    <a:pt x="0" y="1271270"/>
                  </a:lnTo>
                  <a:lnTo>
                    <a:pt x="8635" y="1314069"/>
                  </a:lnTo>
                  <a:lnTo>
                    <a:pt x="32130" y="1348994"/>
                  </a:lnTo>
                  <a:lnTo>
                    <a:pt x="67055" y="1372489"/>
                  </a:lnTo>
                  <a:lnTo>
                    <a:pt x="109854" y="1381125"/>
                  </a:lnTo>
                  <a:lnTo>
                    <a:pt x="5948044" y="1381125"/>
                  </a:lnTo>
                  <a:lnTo>
                    <a:pt x="5990844" y="1372489"/>
                  </a:lnTo>
                  <a:lnTo>
                    <a:pt x="6025769" y="1348994"/>
                  </a:lnTo>
                  <a:lnTo>
                    <a:pt x="6049263" y="1314069"/>
                  </a:lnTo>
                  <a:lnTo>
                    <a:pt x="6057900" y="1271270"/>
                  </a:lnTo>
                  <a:lnTo>
                    <a:pt x="6057900" y="109855"/>
                  </a:lnTo>
                  <a:lnTo>
                    <a:pt x="6049263" y="67056"/>
                  </a:lnTo>
                  <a:lnTo>
                    <a:pt x="6025769" y="32131"/>
                  </a:lnTo>
                  <a:lnTo>
                    <a:pt x="5990844" y="8636"/>
                  </a:lnTo>
                  <a:lnTo>
                    <a:pt x="5948044" y="0"/>
                  </a:lnTo>
                  <a:close/>
                </a:path>
              </a:pathLst>
            </a:custGeom>
            <a:solidFill>
              <a:srgbClr val="0C0422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7543800" y="5448300"/>
              <a:ext cx="6057900" cy="1381125"/>
            </a:xfrm>
            <a:custGeom>
              <a:avLst/>
              <a:gdLst/>
              <a:ahLst/>
              <a:cxnLst/>
              <a:rect l="l" t="t" r="r" b="b"/>
              <a:pathLst>
                <a:path w="6057900" h="1381125">
                  <a:moveTo>
                    <a:pt x="0" y="109855"/>
                  </a:moveTo>
                  <a:lnTo>
                    <a:pt x="8635" y="67056"/>
                  </a:lnTo>
                  <a:lnTo>
                    <a:pt x="32130" y="32131"/>
                  </a:lnTo>
                  <a:lnTo>
                    <a:pt x="67055" y="8636"/>
                  </a:lnTo>
                  <a:lnTo>
                    <a:pt x="109854" y="0"/>
                  </a:lnTo>
                  <a:lnTo>
                    <a:pt x="5948044" y="0"/>
                  </a:lnTo>
                  <a:lnTo>
                    <a:pt x="5990844" y="8636"/>
                  </a:lnTo>
                  <a:lnTo>
                    <a:pt x="6025769" y="32131"/>
                  </a:lnTo>
                  <a:lnTo>
                    <a:pt x="6049263" y="67056"/>
                  </a:lnTo>
                  <a:lnTo>
                    <a:pt x="6057900" y="109855"/>
                  </a:lnTo>
                  <a:lnTo>
                    <a:pt x="6057900" y="1271270"/>
                  </a:lnTo>
                  <a:lnTo>
                    <a:pt x="6049263" y="1314069"/>
                  </a:lnTo>
                  <a:lnTo>
                    <a:pt x="6025769" y="1348994"/>
                  </a:lnTo>
                  <a:lnTo>
                    <a:pt x="5990844" y="1372489"/>
                  </a:lnTo>
                  <a:lnTo>
                    <a:pt x="5948044" y="1381125"/>
                  </a:lnTo>
                  <a:lnTo>
                    <a:pt x="109854" y="1381125"/>
                  </a:lnTo>
                  <a:lnTo>
                    <a:pt x="67055" y="1372489"/>
                  </a:lnTo>
                  <a:lnTo>
                    <a:pt x="32130" y="1348994"/>
                  </a:lnTo>
                  <a:lnTo>
                    <a:pt x="8635" y="1314069"/>
                  </a:lnTo>
                  <a:lnTo>
                    <a:pt x="0" y="1271270"/>
                  </a:lnTo>
                  <a:lnTo>
                    <a:pt x="0" y="109855"/>
                  </a:lnTo>
                  <a:close/>
                </a:path>
              </a:pathLst>
            </a:custGeom>
            <a:ln w="22860">
              <a:solidFill>
                <a:srgbClr val="46367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24750" y="5448300"/>
              <a:ext cx="85723" cy="1381125"/>
            </a:xfrm>
            <a:prstGeom prst="rect">
              <a:avLst/>
            </a:prstGeom>
          </p:spPr>
        </p:pic>
      </p:grpSp>
      <p:sp>
        <p:nvSpPr>
          <p:cNvPr id="17" name="object 17" descr=""/>
          <p:cNvSpPr txBox="1"/>
          <p:nvPr/>
        </p:nvSpPr>
        <p:spPr>
          <a:xfrm>
            <a:off x="7815580" y="5639689"/>
            <a:ext cx="4568825" cy="95821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-10" b="1">
                <a:solidFill>
                  <a:srgbClr val="DFD4DE"/>
                </a:solidFill>
                <a:latin typeface="Cambria"/>
                <a:cs typeface="Cambria"/>
              </a:rPr>
              <a:t>Система</a:t>
            </a:r>
            <a:endParaRPr sz="1850">
              <a:latin typeface="Cambria"/>
              <a:cs typeface="Cambria"/>
            </a:endParaRPr>
          </a:p>
          <a:p>
            <a:pPr marL="12700" marR="5080">
              <a:lnSpc>
                <a:spcPct val="125099"/>
              </a:lnSpc>
              <a:spcBef>
                <a:spcPts val="885"/>
              </a:spcBef>
            </a:pPr>
            <a:r>
              <a:rPr dirty="0" sz="1400" spc="50">
                <a:solidFill>
                  <a:srgbClr val="DFD4DE"/>
                </a:solidFill>
                <a:latin typeface="Tahoma"/>
                <a:cs typeface="Tahoma"/>
              </a:rPr>
              <a:t>Сохранение</a:t>
            </a:r>
            <a:r>
              <a:rPr dirty="0" sz="1400" spc="275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DFD4DE"/>
                </a:solidFill>
                <a:latin typeface="Tahoma"/>
                <a:cs typeface="Tahoma"/>
              </a:rPr>
              <a:t>данных,</a:t>
            </a:r>
            <a:r>
              <a:rPr dirty="0" sz="1400" spc="254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DFD4DE"/>
                </a:solidFill>
                <a:latin typeface="Tahoma"/>
                <a:cs typeface="Tahoma"/>
              </a:rPr>
              <a:t>синхронизация,</a:t>
            </a:r>
            <a:r>
              <a:rPr dirty="0" sz="1400" spc="275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DFD4DE"/>
                </a:solidFill>
                <a:latin typeface="Tahoma"/>
                <a:cs typeface="Tahoma"/>
              </a:rPr>
              <a:t>формирование статистики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9525" y="19050"/>
            <a:ext cx="1857375" cy="534035"/>
            <a:chOff x="9525" y="19050"/>
            <a:chExt cx="1857375" cy="534035"/>
          </a:xfrm>
        </p:grpSpPr>
        <p:sp>
          <p:nvSpPr>
            <p:cNvPr id="19" name="object 19" descr=""/>
            <p:cNvSpPr/>
            <p:nvPr/>
          </p:nvSpPr>
          <p:spPr>
            <a:xfrm>
              <a:off x="9525" y="19050"/>
              <a:ext cx="1847850" cy="523875"/>
            </a:xfrm>
            <a:custGeom>
              <a:avLst/>
              <a:gdLst/>
              <a:ahLst/>
              <a:cxnLst/>
              <a:rect l="l" t="t" r="r" b="b"/>
              <a:pathLst>
                <a:path w="1847850" h="523875">
                  <a:moveTo>
                    <a:pt x="1847850" y="0"/>
                  </a:moveTo>
                  <a:lnTo>
                    <a:pt x="0" y="0"/>
                  </a:lnTo>
                  <a:lnTo>
                    <a:pt x="0" y="523875"/>
                  </a:lnTo>
                  <a:lnTo>
                    <a:pt x="1847850" y="523875"/>
                  </a:lnTo>
                  <a:lnTo>
                    <a:pt x="18478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4287" y="23875"/>
              <a:ext cx="1847850" cy="523875"/>
            </a:xfrm>
            <a:custGeom>
              <a:avLst/>
              <a:gdLst/>
              <a:ahLst/>
              <a:cxnLst/>
              <a:rect l="l" t="t" r="r" b="b"/>
              <a:pathLst>
                <a:path w="1847850" h="523875">
                  <a:moveTo>
                    <a:pt x="0" y="523875"/>
                  </a:moveTo>
                  <a:lnTo>
                    <a:pt x="1847850" y="523875"/>
                  </a:lnTo>
                  <a:lnTo>
                    <a:pt x="1847850" y="0"/>
                  </a:lnTo>
                  <a:lnTo>
                    <a:pt x="0" y="0"/>
                  </a:lnTo>
                  <a:lnTo>
                    <a:pt x="0" y="5238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03173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Диаграмма</a:t>
            </a:r>
            <a:r>
              <a:rPr dirty="0" spc="-30"/>
              <a:t> </a:t>
            </a:r>
            <a:r>
              <a:rPr dirty="0" spc="-10"/>
              <a:t>последовательности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95642" y="1603057"/>
            <a:ext cx="364871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>
                <a:solidFill>
                  <a:srgbClr val="DFD4DE"/>
                </a:solidFill>
                <a:latin typeface="Tahoma"/>
                <a:cs typeface="Tahoma"/>
              </a:rPr>
              <a:t>Сценарий:</a:t>
            </a:r>
            <a:r>
              <a:rPr dirty="0" sz="1550" spc="50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550" spc="-55" b="1">
                <a:solidFill>
                  <a:srgbClr val="DFD4DE"/>
                </a:solidFill>
                <a:latin typeface="Tahoma"/>
                <a:cs typeface="Tahoma"/>
              </a:rPr>
              <a:t>«Сохранение</a:t>
            </a:r>
            <a:r>
              <a:rPr dirty="0" sz="1550" spc="-15" b="1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550" spc="-45" b="1">
                <a:solidFill>
                  <a:srgbClr val="DFD4DE"/>
                </a:solidFill>
                <a:latin typeface="Tahoma"/>
                <a:cs typeface="Tahoma"/>
              </a:rPr>
              <a:t>записи</a:t>
            </a:r>
            <a:r>
              <a:rPr dirty="0" sz="1550" spc="-25" b="1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550" spc="-20" b="1">
                <a:solidFill>
                  <a:srgbClr val="DFD4DE"/>
                </a:solidFill>
                <a:latin typeface="Tahoma"/>
                <a:cs typeface="Tahoma"/>
              </a:rPr>
              <a:t>дня»</a:t>
            </a:r>
            <a:endParaRPr sz="1550">
              <a:latin typeface="Tahoma"/>
              <a:cs typeface="Tahoma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923925" y="2085975"/>
            <a:ext cx="12782550" cy="4800600"/>
            <a:chOff x="923925" y="2085975"/>
            <a:chExt cx="12782550" cy="480060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3925" y="2085975"/>
              <a:ext cx="12782550" cy="4800600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1839575" y="3314699"/>
              <a:ext cx="666750" cy="657225"/>
            </a:xfrm>
            <a:custGeom>
              <a:avLst/>
              <a:gdLst/>
              <a:ahLst/>
              <a:cxnLst/>
              <a:rect l="l" t="t" r="r" b="b"/>
              <a:pathLst>
                <a:path w="666750" h="657225">
                  <a:moveTo>
                    <a:pt x="413004" y="69977"/>
                  </a:moveTo>
                  <a:lnTo>
                    <a:pt x="348107" y="5969"/>
                  </a:lnTo>
                  <a:lnTo>
                    <a:pt x="341122" y="1524"/>
                  </a:lnTo>
                  <a:lnTo>
                    <a:pt x="333375" y="0"/>
                  </a:lnTo>
                  <a:lnTo>
                    <a:pt x="152019" y="170307"/>
                  </a:lnTo>
                  <a:lnTo>
                    <a:pt x="145923" y="184785"/>
                  </a:lnTo>
                  <a:lnTo>
                    <a:pt x="147447" y="192532"/>
                  </a:lnTo>
                  <a:lnTo>
                    <a:pt x="152019" y="199263"/>
                  </a:lnTo>
                  <a:lnTo>
                    <a:pt x="158877" y="203708"/>
                  </a:lnTo>
                  <a:lnTo>
                    <a:pt x="166624" y="205232"/>
                  </a:lnTo>
                  <a:lnTo>
                    <a:pt x="174498" y="203708"/>
                  </a:lnTo>
                  <a:lnTo>
                    <a:pt x="181356" y="199263"/>
                  </a:lnTo>
                  <a:lnTo>
                    <a:pt x="312547" y="69977"/>
                  </a:lnTo>
                  <a:lnTo>
                    <a:pt x="312547" y="472313"/>
                  </a:lnTo>
                  <a:lnTo>
                    <a:pt x="314198" y="480314"/>
                  </a:lnTo>
                  <a:lnTo>
                    <a:pt x="318643" y="486791"/>
                  </a:lnTo>
                  <a:lnTo>
                    <a:pt x="325247" y="491236"/>
                  </a:lnTo>
                  <a:lnTo>
                    <a:pt x="333375" y="492887"/>
                  </a:lnTo>
                  <a:lnTo>
                    <a:pt x="341376" y="491236"/>
                  </a:lnTo>
                  <a:lnTo>
                    <a:pt x="348107" y="486791"/>
                  </a:lnTo>
                  <a:lnTo>
                    <a:pt x="352552" y="480314"/>
                  </a:lnTo>
                  <a:lnTo>
                    <a:pt x="354203" y="472313"/>
                  </a:lnTo>
                  <a:lnTo>
                    <a:pt x="354203" y="69977"/>
                  </a:lnTo>
                  <a:lnTo>
                    <a:pt x="413004" y="69977"/>
                  </a:lnTo>
                  <a:close/>
                </a:path>
                <a:path w="666750" h="657225">
                  <a:moveTo>
                    <a:pt x="562483" y="533908"/>
                  </a:moveTo>
                  <a:lnTo>
                    <a:pt x="560070" y="521970"/>
                  </a:lnTo>
                  <a:lnTo>
                    <a:pt x="553339" y="512191"/>
                  </a:lnTo>
                  <a:lnTo>
                    <a:pt x="543433" y="505587"/>
                  </a:lnTo>
                  <a:lnTo>
                    <a:pt x="531241" y="503174"/>
                  </a:lnTo>
                  <a:lnTo>
                    <a:pt x="519049" y="505587"/>
                  </a:lnTo>
                  <a:lnTo>
                    <a:pt x="509143" y="512191"/>
                  </a:lnTo>
                  <a:lnTo>
                    <a:pt x="502539" y="521970"/>
                  </a:lnTo>
                  <a:lnTo>
                    <a:pt x="499999" y="533908"/>
                  </a:lnTo>
                  <a:lnTo>
                    <a:pt x="502539" y="545973"/>
                  </a:lnTo>
                  <a:lnTo>
                    <a:pt x="509143" y="555752"/>
                  </a:lnTo>
                  <a:lnTo>
                    <a:pt x="519049" y="562356"/>
                  </a:lnTo>
                  <a:lnTo>
                    <a:pt x="531241" y="564769"/>
                  </a:lnTo>
                  <a:lnTo>
                    <a:pt x="543433" y="562356"/>
                  </a:lnTo>
                  <a:lnTo>
                    <a:pt x="553339" y="555752"/>
                  </a:lnTo>
                  <a:lnTo>
                    <a:pt x="560070" y="545973"/>
                  </a:lnTo>
                  <a:lnTo>
                    <a:pt x="562483" y="533908"/>
                  </a:lnTo>
                  <a:close/>
                </a:path>
                <a:path w="666750" h="657225">
                  <a:moveTo>
                    <a:pt x="666750" y="492887"/>
                  </a:moveTo>
                  <a:lnTo>
                    <a:pt x="660146" y="460883"/>
                  </a:lnTo>
                  <a:lnTo>
                    <a:pt x="642239" y="434721"/>
                  </a:lnTo>
                  <a:lnTo>
                    <a:pt x="615823" y="417195"/>
                  </a:lnTo>
                  <a:lnTo>
                    <a:pt x="583311" y="410718"/>
                  </a:lnTo>
                  <a:lnTo>
                    <a:pt x="395859" y="410718"/>
                  </a:lnTo>
                  <a:lnTo>
                    <a:pt x="395859" y="451739"/>
                  </a:lnTo>
                  <a:lnTo>
                    <a:pt x="583311" y="451739"/>
                  </a:lnTo>
                  <a:lnTo>
                    <a:pt x="599567" y="455041"/>
                  </a:lnTo>
                  <a:lnTo>
                    <a:pt x="612775" y="463804"/>
                  </a:lnTo>
                  <a:lnTo>
                    <a:pt x="621792" y="476885"/>
                  </a:lnTo>
                  <a:lnTo>
                    <a:pt x="624967" y="492887"/>
                  </a:lnTo>
                  <a:lnTo>
                    <a:pt x="624967" y="575056"/>
                  </a:lnTo>
                  <a:lnTo>
                    <a:pt x="621792" y="591058"/>
                  </a:lnTo>
                  <a:lnTo>
                    <a:pt x="612775" y="604012"/>
                  </a:lnTo>
                  <a:lnTo>
                    <a:pt x="599567" y="612902"/>
                  </a:lnTo>
                  <a:lnTo>
                    <a:pt x="583311" y="616077"/>
                  </a:lnTo>
                  <a:lnTo>
                    <a:pt x="83312" y="616077"/>
                  </a:lnTo>
                  <a:lnTo>
                    <a:pt x="67056" y="612902"/>
                  </a:lnTo>
                  <a:lnTo>
                    <a:pt x="53848" y="604012"/>
                  </a:lnTo>
                  <a:lnTo>
                    <a:pt x="44958" y="591058"/>
                  </a:lnTo>
                  <a:lnTo>
                    <a:pt x="41656" y="575056"/>
                  </a:lnTo>
                  <a:lnTo>
                    <a:pt x="41656" y="492887"/>
                  </a:lnTo>
                  <a:lnTo>
                    <a:pt x="44958" y="476885"/>
                  </a:lnTo>
                  <a:lnTo>
                    <a:pt x="53848" y="463804"/>
                  </a:lnTo>
                  <a:lnTo>
                    <a:pt x="67056" y="455041"/>
                  </a:lnTo>
                  <a:lnTo>
                    <a:pt x="83312" y="451739"/>
                  </a:lnTo>
                  <a:lnTo>
                    <a:pt x="270891" y="451739"/>
                  </a:lnTo>
                  <a:lnTo>
                    <a:pt x="270891" y="410718"/>
                  </a:lnTo>
                  <a:lnTo>
                    <a:pt x="83312" y="410718"/>
                  </a:lnTo>
                  <a:lnTo>
                    <a:pt x="24384" y="434721"/>
                  </a:lnTo>
                  <a:lnTo>
                    <a:pt x="0" y="492887"/>
                  </a:lnTo>
                  <a:lnTo>
                    <a:pt x="0" y="575056"/>
                  </a:lnTo>
                  <a:lnTo>
                    <a:pt x="24384" y="633095"/>
                  </a:lnTo>
                  <a:lnTo>
                    <a:pt x="83312" y="657098"/>
                  </a:lnTo>
                  <a:lnTo>
                    <a:pt x="583311" y="657098"/>
                  </a:lnTo>
                  <a:lnTo>
                    <a:pt x="642239" y="633095"/>
                  </a:lnTo>
                  <a:lnTo>
                    <a:pt x="666750" y="575056"/>
                  </a:lnTo>
                  <a:lnTo>
                    <a:pt x="666750" y="492887"/>
                  </a:lnTo>
                  <a:close/>
                </a:path>
              </a:pathLst>
            </a:custGeom>
            <a:solidFill>
              <a:srgbClr val="DFD4D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193778" y="3384677"/>
              <a:ext cx="166624" cy="135255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11412601" y="5689282"/>
            <a:ext cx="1633220" cy="4032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450" spc="-10" b="1">
                <a:solidFill>
                  <a:srgbClr val="DFD4DE"/>
                </a:solidFill>
                <a:latin typeface="Cambria"/>
                <a:cs typeface="Cambria"/>
              </a:rPr>
              <a:t>Отправить</a:t>
            </a:r>
            <a:endParaRPr sz="2450">
              <a:latin typeface="Cambria"/>
              <a:cs typeface="Cambria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2152650" y="3314700"/>
            <a:ext cx="7934325" cy="657225"/>
            <a:chOff x="2152650" y="3314700"/>
            <a:chExt cx="7934325" cy="657225"/>
          </a:xfrm>
        </p:grpSpPr>
        <p:sp>
          <p:nvSpPr>
            <p:cNvPr id="10" name="object 10" descr=""/>
            <p:cNvSpPr/>
            <p:nvPr/>
          </p:nvSpPr>
          <p:spPr>
            <a:xfrm>
              <a:off x="2152650" y="3478784"/>
              <a:ext cx="427990" cy="493395"/>
            </a:xfrm>
            <a:custGeom>
              <a:avLst/>
              <a:gdLst/>
              <a:ahLst/>
              <a:cxnLst/>
              <a:rect l="l" t="t" r="r" b="b"/>
              <a:pathLst>
                <a:path w="427989" h="493395">
                  <a:moveTo>
                    <a:pt x="255524" y="0"/>
                  </a:moveTo>
                  <a:lnTo>
                    <a:pt x="248412" y="0"/>
                  </a:lnTo>
                  <a:lnTo>
                    <a:pt x="198374" y="5079"/>
                  </a:lnTo>
                  <a:lnTo>
                    <a:pt x="151637" y="19430"/>
                  </a:lnTo>
                  <a:lnTo>
                    <a:pt x="109474" y="42163"/>
                  </a:lnTo>
                  <a:lnTo>
                    <a:pt x="72770" y="72262"/>
                  </a:lnTo>
                  <a:lnTo>
                    <a:pt x="42418" y="108712"/>
                  </a:lnTo>
                  <a:lnTo>
                    <a:pt x="19557" y="150621"/>
                  </a:lnTo>
                  <a:lnTo>
                    <a:pt x="5080" y="196850"/>
                  </a:lnTo>
                  <a:lnTo>
                    <a:pt x="0" y="246252"/>
                  </a:lnTo>
                  <a:lnTo>
                    <a:pt x="0" y="246506"/>
                  </a:lnTo>
                  <a:lnTo>
                    <a:pt x="5080" y="296163"/>
                  </a:lnTo>
                  <a:lnTo>
                    <a:pt x="19557" y="342391"/>
                  </a:lnTo>
                  <a:lnTo>
                    <a:pt x="42418" y="384301"/>
                  </a:lnTo>
                  <a:lnTo>
                    <a:pt x="72770" y="420750"/>
                  </a:lnTo>
                  <a:lnTo>
                    <a:pt x="109474" y="450850"/>
                  </a:lnTo>
                  <a:lnTo>
                    <a:pt x="151764" y="473582"/>
                  </a:lnTo>
                  <a:lnTo>
                    <a:pt x="198881" y="488061"/>
                  </a:lnTo>
                  <a:lnTo>
                    <a:pt x="199770" y="488061"/>
                  </a:lnTo>
                  <a:lnTo>
                    <a:pt x="248538" y="492887"/>
                  </a:lnTo>
                  <a:lnTo>
                    <a:pt x="297688" y="488061"/>
                  </a:lnTo>
                  <a:lnTo>
                    <a:pt x="343535" y="474217"/>
                  </a:lnTo>
                  <a:lnTo>
                    <a:pt x="385191" y="452246"/>
                  </a:lnTo>
                  <a:lnTo>
                    <a:pt x="385444" y="451992"/>
                  </a:lnTo>
                  <a:lnTo>
                    <a:pt x="248412" y="451992"/>
                  </a:lnTo>
                  <a:lnTo>
                    <a:pt x="201041" y="446531"/>
                  </a:lnTo>
                  <a:lnTo>
                    <a:pt x="157480" y="431038"/>
                  </a:lnTo>
                  <a:lnTo>
                    <a:pt x="118999" y="406907"/>
                  </a:lnTo>
                  <a:lnTo>
                    <a:pt x="86994" y="375030"/>
                  </a:lnTo>
                  <a:lnTo>
                    <a:pt x="62483" y="336930"/>
                  </a:lnTo>
                  <a:lnTo>
                    <a:pt x="46862" y="293624"/>
                  </a:lnTo>
                  <a:lnTo>
                    <a:pt x="41401" y="246506"/>
                  </a:lnTo>
                  <a:lnTo>
                    <a:pt x="46989" y="199136"/>
                  </a:lnTo>
                  <a:lnTo>
                    <a:pt x="62737" y="155575"/>
                  </a:lnTo>
                  <a:lnTo>
                    <a:pt x="87502" y="117348"/>
                  </a:lnTo>
                  <a:lnTo>
                    <a:pt x="120014" y="85470"/>
                  </a:lnTo>
                  <a:lnTo>
                    <a:pt x="158876" y="61340"/>
                  </a:lnTo>
                  <a:lnTo>
                    <a:pt x="202819" y="46100"/>
                  </a:lnTo>
                  <a:lnTo>
                    <a:pt x="268858" y="46100"/>
                  </a:lnTo>
                  <a:lnTo>
                    <a:pt x="278130" y="39242"/>
                  </a:lnTo>
                  <a:lnTo>
                    <a:pt x="283210" y="35051"/>
                  </a:lnTo>
                  <a:lnTo>
                    <a:pt x="286766" y="29717"/>
                  </a:lnTo>
                  <a:lnTo>
                    <a:pt x="288417" y="23494"/>
                  </a:lnTo>
                  <a:lnTo>
                    <a:pt x="288036" y="17017"/>
                  </a:lnTo>
                  <a:lnTo>
                    <a:pt x="286131" y="8254"/>
                  </a:lnTo>
                  <a:lnTo>
                    <a:pt x="278638" y="1777"/>
                  </a:lnTo>
                  <a:lnTo>
                    <a:pt x="262508" y="253"/>
                  </a:lnTo>
                  <a:lnTo>
                    <a:pt x="255524" y="0"/>
                  </a:lnTo>
                  <a:close/>
                </a:path>
                <a:path w="427989" h="493395">
                  <a:moveTo>
                    <a:pt x="340994" y="387095"/>
                  </a:moveTo>
                  <a:lnTo>
                    <a:pt x="340994" y="430275"/>
                  </a:lnTo>
                  <a:lnTo>
                    <a:pt x="319531" y="439546"/>
                  </a:lnTo>
                  <a:lnTo>
                    <a:pt x="296799" y="446277"/>
                  </a:lnTo>
                  <a:lnTo>
                    <a:pt x="273050" y="450468"/>
                  </a:lnTo>
                  <a:lnTo>
                    <a:pt x="248412" y="451992"/>
                  </a:lnTo>
                  <a:lnTo>
                    <a:pt x="385444" y="451992"/>
                  </a:lnTo>
                  <a:lnTo>
                    <a:pt x="421639" y="423163"/>
                  </a:lnTo>
                  <a:lnTo>
                    <a:pt x="427736" y="405383"/>
                  </a:lnTo>
                  <a:lnTo>
                    <a:pt x="425704" y="399288"/>
                  </a:lnTo>
                  <a:lnTo>
                    <a:pt x="421767" y="393826"/>
                  </a:lnTo>
                  <a:lnTo>
                    <a:pt x="417830" y="391032"/>
                  </a:lnTo>
                  <a:lnTo>
                    <a:pt x="371094" y="391032"/>
                  </a:lnTo>
                  <a:lnTo>
                    <a:pt x="340994" y="387095"/>
                  </a:lnTo>
                  <a:close/>
                </a:path>
                <a:path w="427989" h="493395">
                  <a:moveTo>
                    <a:pt x="268858" y="46100"/>
                  </a:moveTo>
                  <a:lnTo>
                    <a:pt x="202819" y="46100"/>
                  </a:lnTo>
                  <a:lnTo>
                    <a:pt x="176656" y="79375"/>
                  </a:lnTo>
                  <a:lnTo>
                    <a:pt x="156972" y="117220"/>
                  </a:lnTo>
                  <a:lnTo>
                    <a:pt x="144525" y="158623"/>
                  </a:lnTo>
                  <a:lnTo>
                    <a:pt x="140207" y="203073"/>
                  </a:lnTo>
                  <a:lnTo>
                    <a:pt x="145287" y="251587"/>
                  </a:lnTo>
                  <a:lnTo>
                    <a:pt x="160021" y="296163"/>
                  </a:lnTo>
                  <a:lnTo>
                    <a:pt x="183006" y="336041"/>
                  </a:lnTo>
                  <a:lnTo>
                    <a:pt x="214375" y="371475"/>
                  </a:lnTo>
                  <a:lnTo>
                    <a:pt x="251587" y="399288"/>
                  </a:lnTo>
                  <a:lnTo>
                    <a:pt x="294258" y="419226"/>
                  </a:lnTo>
                  <a:lnTo>
                    <a:pt x="340994" y="430275"/>
                  </a:lnTo>
                  <a:lnTo>
                    <a:pt x="340994" y="387095"/>
                  </a:lnTo>
                  <a:lnTo>
                    <a:pt x="320801" y="384301"/>
                  </a:lnTo>
                  <a:lnTo>
                    <a:pt x="275589" y="365378"/>
                  </a:lnTo>
                  <a:lnTo>
                    <a:pt x="237236" y="336041"/>
                  </a:lnTo>
                  <a:lnTo>
                    <a:pt x="207644" y="297941"/>
                  </a:lnTo>
                  <a:lnTo>
                    <a:pt x="188468" y="253111"/>
                  </a:lnTo>
                  <a:lnTo>
                    <a:pt x="181737" y="203073"/>
                  </a:lnTo>
                  <a:lnTo>
                    <a:pt x="188722" y="152400"/>
                  </a:lnTo>
                  <a:lnTo>
                    <a:pt x="208406" y="106933"/>
                  </a:lnTo>
                  <a:lnTo>
                    <a:pt x="238760" y="68579"/>
                  </a:lnTo>
                  <a:lnTo>
                    <a:pt x="268858" y="46100"/>
                  </a:lnTo>
                  <a:close/>
                </a:path>
                <a:path w="427989" h="493395">
                  <a:moveTo>
                    <a:pt x="410463" y="388238"/>
                  </a:moveTo>
                  <a:lnTo>
                    <a:pt x="403606" y="388238"/>
                  </a:lnTo>
                  <a:lnTo>
                    <a:pt x="395731" y="389508"/>
                  </a:lnTo>
                  <a:lnTo>
                    <a:pt x="387604" y="390398"/>
                  </a:lnTo>
                  <a:lnTo>
                    <a:pt x="377285" y="391032"/>
                  </a:lnTo>
                  <a:lnTo>
                    <a:pt x="417830" y="391032"/>
                  </a:lnTo>
                  <a:lnTo>
                    <a:pt x="416432" y="390016"/>
                  </a:lnTo>
                  <a:lnTo>
                    <a:pt x="410463" y="388238"/>
                  </a:lnTo>
                  <a:close/>
                </a:path>
              </a:pathLst>
            </a:custGeom>
            <a:solidFill>
              <a:srgbClr val="DFD4D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63545" y="3314700"/>
              <a:ext cx="165735" cy="164084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67177" y="3499357"/>
              <a:ext cx="248666" cy="246252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4592447" y="3355720"/>
              <a:ext cx="3033395" cy="615950"/>
            </a:xfrm>
            <a:custGeom>
              <a:avLst/>
              <a:gdLst/>
              <a:ahLst/>
              <a:cxnLst/>
              <a:rect l="l" t="t" r="r" b="b"/>
              <a:pathLst>
                <a:path w="3033395" h="615950">
                  <a:moveTo>
                    <a:pt x="653161" y="471932"/>
                  </a:moveTo>
                  <a:lnTo>
                    <a:pt x="651383" y="463931"/>
                  </a:lnTo>
                  <a:lnTo>
                    <a:pt x="646303" y="457454"/>
                  </a:lnTo>
                  <a:lnTo>
                    <a:pt x="638937" y="453009"/>
                  </a:lnTo>
                  <a:lnTo>
                    <a:pt x="629920" y="451358"/>
                  </a:lnTo>
                  <a:lnTo>
                    <a:pt x="23368" y="451358"/>
                  </a:lnTo>
                  <a:lnTo>
                    <a:pt x="14351" y="453009"/>
                  </a:lnTo>
                  <a:lnTo>
                    <a:pt x="6858" y="457454"/>
                  </a:lnTo>
                  <a:lnTo>
                    <a:pt x="1905" y="463931"/>
                  </a:lnTo>
                  <a:lnTo>
                    <a:pt x="0" y="471932"/>
                  </a:lnTo>
                  <a:lnTo>
                    <a:pt x="1905" y="479933"/>
                  </a:lnTo>
                  <a:lnTo>
                    <a:pt x="6858" y="486410"/>
                  </a:lnTo>
                  <a:lnTo>
                    <a:pt x="14351" y="490855"/>
                  </a:lnTo>
                  <a:lnTo>
                    <a:pt x="23368" y="492506"/>
                  </a:lnTo>
                  <a:lnTo>
                    <a:pt x="629920" y="492506"/>
                  </a:lnTo>
                  <a:lnTo>
                    <a:pt x="638937" y="490855"/>
                  </a:lnTo>
                  <a:lnTo>
                    <a:pt x="646303" y="486410"/>
                  </a:lnTo>
                  <a:lnTo>
                    <a:pt x="651383" y="479933"/>
                  </a:lnTo>
                  <a:lnTo>
                    <a:pt x="653161" y="471932"/>
                  </a:lnTo>
                  <a:close/>
                </a:path>
                <a:path w="3033395" h="615950">
                  <a:moveTo>
                    <a:pt x="653161" y="266700"/>
                  </a:moveTo>
                  <a:lnTo>
                    <a:pt x="651383" y="258826"/>
                  </a:lnTo>
                  <a:lnTo>
                    <a:pt x="646303" y="252222"/>
                  </a:lnTo>
                  <a:lnTo>
                    <a:pt x="638937" y="247904"/>
                  </a:lnTo>
                  <a:lnTo>
                    <a:pt x="629920" y="246253"/>
                  </a:lnTo>
                  <a:lnTo>
                    <a:pt x="23368" y="246253"/>
                  </a:lnTo>
                  <a:lnTo>
                    <a:pt x="14351" y="247904"/>
                  </a:lnTo>
                  <a:lnTo>
                    <a:pt x="6858" y="252222"/>
                  </a:lnTo>
                  <a:lnTo>
                    <a:pt x="1905" y="258826"/>
                  </a:lnTo>
                  <a:lnTo>
                    <a:pt x="0" y="266700"/>
                  </a:lnTo>
                  <a:lnTo>
                    <a:pt x="1905" y="274701"/>
                  </a:lnTo>
                  <a:lnTo>
                    <a:pt x="6858" y="281178"/>
                  </a:lnTo>
                  <a:lnTo>
                    <a:pt x="14351" y="285623"/>
                  </a:lnTo>
                  <a:lnTo>
                    <a:pt x="23368" y="287274"/>
                  </a:lnTo>
                  <a:lnTo>
                    <a:pt x="629920" y="287274"/>
                  </a:lnTo>
                  <a:lnTo>
                    <a:pt x="638937" y="285623"/>
                  </a:lnTo>
                  <a:lnTo>
                    <a:pt x="646303" y="281178"/>
                  </a:lnTo>
                  <a:lnTo>
                    <a:pt x="651383" y="274701"/>
                  </a:lnTo>
                  <a:lnTo>
                    <a:pt x="653161" y="266700"/>
                  </a:lnTo>
                  <a:close/>
                </a:path>
                <a:path w="3033395" h="615950">
                  <a:moveTo>
                    <a:pt x="653161" y="61595"/>
                  </a:moveTo>
                  <a:lnTo>
                    <a:pt x="651383" y="53594"/>
                  </a:lnTo>
                  <a:lnTo>
                    <a:pt x="646303" y="47117"/>
                  </a:lnTo>
                  <a:lnTo>
                    <a:pt x="638937" y="42672"/>
                  </a:lnTo>
                  <a:lnTo>
                    <a:pt x="629920" y="41021"/>
                  </a:lnTo>
                  <a:lnTo>
                    <a:pt x="23368" y="41021"/>
                  </a:lnTo>
                  <a:lnTo>
                    <a:pt x="14351" y="42672"/>
                  </a:lnTo>
                  <a:lnTo>
                    <a:pt x="6858" y="47117"/>
                  </a:lnTo>
                  <a:lnTo>
                    <a:pt x="1905" y="53594"/>
                  </a:lnTo>
                  <a:lnTo>
                    <a:pt x="0" y="61595"/>
                  </a:lnTo>
                  <a:lnTo>
                    <a:pt x="1905" y="69596"/>
                  </a:lnTo>
                  <a:lnTo>
                    <a:pt x="6858" y="76073"/>
                  </a:lnTo>
                  <a:lnTo>
                    <a:pt x="14351" y="80518"/>
                  </a:lnTo>
                  <a:lnTo>
                    <a:pt x="23368" y="82042"/>
                  </a:lnTo>
                  <a:lnTo>
                    <a:pt x="629920" y="82042"/>
                  </a:lnTo>
                  <a:lnTo>
                    <a:pt x="638937" y="80518"/>
                  </a:lnTo>
                  <a:lnTo>
                    <a:pt x="646303" y="76073"/>
                  </a:lnTo>
                  <a:lnTo>
                    <a:pt x="651383" y="69596"/>
                  </a:lnTo>
                  <a:lnTo>
                    <a:pt x="653161" y="61595"/>
                  </a:lnTo>
                  <a:close/>
                </a:path>
                <a:path w="3033395" h="615950">
                  <a:moveTo>
                    <a:pt x="2828798" y="594995"/>
                  </a:moveTo>
                  <a:lnTo>
                    <a:pt x="2827274" y="587121"/>
                  </a:lnTo>
                  <a:lnTo>
                    <a:pt x="2822829" y="580517"/>
                  </a:lnTo>
                  <a:lnTo>
                    <a:pt x="2816352" y="576199"/>
                  </a:lnTo>
                  <a:lnTo>
                    <a:pt x="2808478" y="574548"/>
                  </a:lnTo>
                  <a:lnTo>
                    <a:pt x="2583688" y="574548"/>
                  </a:lnTo>
                  <a:lnTo>
                    <a:pt x="2535936" y="564896"/>
                  </a:lnTo>
                  <a:lnTo>
                    <a:pt x="2497074" y="538480"/>
                  </a:lnTo>
                  <a:lnTo>
                    <a:pt x="2470785" y="499364"/>
                  </a:lnTo>
                  <a:lnTo>
                    <a:pt x="2461133" y="451358"/>
                  </a:lnTo>
                  <a:lnTo>
                    <a:pt x="2461133" y="143637"/>
                  </a:lnTo>
                  <a:lnTo>
                    <a:pt x="2459482" y="135636"/>
                  </a:lnTo>
                  <a:lnTo>
                    <a:pt x="2455164" y="129159"/>
                  </a:lnTo>
                  <a:lnTo>
                    <a:pt x="2448560" y="124714"/>
                  </a:lnTo>
                  <a:lnTo>
                    <a:pt x="2440686" y="123063"/>
                  </a:lnTo>
                  <a:lnTo>
                    <a:pt x="2432812" y="124714"/>
                  </a:lnTo>
                  <a:lnTo>
                    <a:pt x="2426208" y="129159"/>
                  </a:lnTo>
                  <a:lnTo>
                    <a:pt x="2421890" y="135636"/>
                  </a:lnTo>
                  <a:lnTo>
                    <a:pt x="2420239" y="143637"/>
                  </a:lnTo>
                  <a:lnTo>
                    <a:pt x="2420239" y="451358"/>
                  </a:lnTo>
                  <a:lnTo>
                    <a:pt x="2426081" y="495046"/>
                  </a:lnTo>
                  <a:lnTo>
                    <a:pt x="2442591" y="534289"/>
                  </a:lnTo>
                  <a:lnTo>
                    <a:pt x="2468118" y="567436"/>
                  </a:lnTo>
                  <a:lnTo>
                    <a:pt x="2501138" y="593217"/>
                  </a:lnTo>
                  <a:lnTo>
                    <a:pt x="2540254" y="609727"/>
                  </a:lnTo>
                  <a:lnTo>
                    <a:pt x="2583688" y="615569"/>
                  </a:lnTo>
                  <a:lnTo>
                    <a:pt x="2808478" y="615569"/>
                  </a:lnTo>
                  <a:lnTo>
                    <a:pt x="2816352" y="613918"/>
                  </a:lnTo>
                  <a:lnTo>
                    <a:pt x="2822829" y="609473"/>
                  </a:lnTo>
                  <a:lnTo>
                    <a:pt x="2827274" y="602996"/>
                  </a:lnTo>
                  <a:lnTo>
                    <a:pt x="2828798" y="594995"/>
                  </a:lnTo>
                  <a:close/>
                </a:path>
                <a:path w="3033395" h="615950">
                  <a:moveTo>
                    <a:pt x="3033141" y="82042"/>
                  </a:moveTo>
                  <a:lnTo>
                    <a:pt x="3026664" y="50165"/>
                  </a:lnTo>
                  <a:lnTo>
                    <a:pt x="3020568" y="41021"/>
                  </a:lnTo>
                  <a:lnTo>
                    <a:pt x="3009138" y="24130"/>
                  </a:lnTo>
                  <a:lnTo>
                    <a:pt x="2992247" y="12700"/>
                  </a:lnTo>
                  <a:lnTo>
                    <a:pt x="2992247" y="82042"/>
                  </a:lnTo>
                  <a:lnTo>
                    <a:pt x="2992247" y="287274"/>
                  </a:lnTo>
                  <a:lnTo>
                    <a:pt x="2989961" y="287274"/>
                  </a:lnTo>
                  <a:lnTo>
                    <a:pt x="2989961" y="328295"/>
                  </a:lnTo>
                  <a:lnTo>
                    <a:pt x="2989021" y="330962"/>
                  </a:lnTo>
                  <a:lnTo>
                    <a:pt x="2880741" y="443738"/>
                  </a:lnTo>
                  <a:lnTo>
                    <a:pt x="2869692" y="449072"/>
                  </a:lnTo>
                  <a:lnTo>
                    <a:pt x="2869692" y="348869"/>
                  </a:lnTo>
                  <a:lnTo>
                    <a:pt x="2871343" y="340868"/>
                  </a:lnTo>
                  <a:lnTo>
                    <a:pt x="2875661" y="334264"/>
                  </a:lnTo>
                  <a:lnTo>
                    <a:pt x="2882138" y="329946"/>
                  </a:lnTo>
                  <a:lnTo>
                    <a:pt x="2890139" y="328295"/>
                  </a:lnTo>
                  <a:lnTo>
                    <a:pt x="2989961" y="328295"/>
                  </a:lnTo>
                  <a:lnTo>
                    <a:pt x="2989961" y="287274"/>
                  </a:lnTo>
                  <a:lnTo>
                    <a:pt x="2890139" y="287274"/>
                  </a:lnTo>
                  <a:lnTo>
                    <a:pt x="2866263" y="292100"/>
                  </a:lnTo>
                  <a:lnTo>
                    <a:pt x="2846832" y="305308"/>
                  </a:lnTo>
                  <a:lnTo>
                    <a:pt x="2833624" y="324866"/>
                  </a:lnTo>
                  <a:lnTo>
                    <a:pt x="2828798" y="348869"/>
                  </a:lnTo>
                  <a:lnTo>
                    <a:pt x="2828798" y="451358"/>
                  </a:lnTo>
                  <a:lnTo>
                    <a:pt x="2624582" y="451358"/>
                  </a:lnTo>
                  <a:lnTo>
                    <a:pt x="2608580" y="448183"/>
                  </a:lnTo>
                  <a:lnTo>
                    <a:pt x="2595626" y="439420"/>
                  </a:lnTo>
                  <a:lnTo>
                    <a:pt x="2586863" y="426339"/>
                  </a:lnTo>
                  <a:lnTo>
                    <a:pt x="2583688" y="410337"/>
                  </a:lnTo>
                  <a:lnTo>
                    <a:pt x="2583688" y="82042"/>
                  </a:lnTo>
                  <a:lnTo>
                    <a:pt x="2586863" y="66040"/>
                  </a:lnTo>
                  <a:lnTo>
                    <a:pt x="2595626" y="53086"/>
                  </a:lnTo>
                  <a:lnTo>
                    <a:pt x="2608580" y="44323"/>
                  </a:lnTo>
                  <a:lnTo>
                    <a:pt x="2624582" y="41021"/>
                  </a:lnTo>
                  <a:lnTo>
                    <a:pt x="2951353" y="41021"/>
                  </a:lnTo>
                  <a:lnTo>
                    <a:pt x="2967355" y="44323"/>
                  </a:lnTo>
                  <a:lnTo>
                    <a:pt x="2980309" y="53086"/>
                  </a:lnTo>
                  <a:lnTo>
                    <a:pt x="2989072" y="66040"/>
                  </a:lnTo>
                  <a:lnTo>
                    <a:pt x="2992247" y="82042"/>
                  </a:lnTo>
                  <a:lnTo>
                    <a:pt x="2992247" y="12700"/>
                  </a:lnTo>
                  <a:lnTo>
                    <a:pt x="2983230" y="6477"/>
                  </a:lnTo>
                  <a:lnTo>
                    <a:pt x="2951353" y="0"/>
                  </a:lnTo>
                  <a:lnTo>
                    <a:pt x="2624582" y="0"/>
                  </a:lnTo>
                  <a:lnTo>
                    <a:pt x="2592832" y="6477"/>
                  </a:lnTo>
                  <a:lnTo>
                    <a:pt x="2566797" y="24130"/>
                  </a:lnTo>
                  <a:lnTo>
                    <a:pt x="2549271" y="50165"/>
                  </a:lnTo>
                  <a:lnTo>
                    <a:pt x="2542794" y="82042"/>
                  </a:lnTo>
                  <a:lnTo>
                    <a:pt x="2542794" y="410337"/>
                  </a:lnTo>
                  <a:lnTo>
                    <a:pt x="2549271" y="442341"/>
                  </a:lnTo>
                  <a:lnTo>
                    <a:pt x="2566924" y="468503"/>
                  </a:lnTo>
                  <a:lnTo>
                    <a:pt x="2592832" y="486029"/>
                  </a:lnTo>
                  <a:lnTo>
                    <a:pt x="2624582" y="492506"/>
                  </a:lnTo>
                  <a:lnTo>
                    <a:pt x="2856230" y="492506"/>
                  </a:lnTo>
                  <a:lnTo>
                    <a:pt x="2901696" y="478663"/>
                  </a:lnTo>
                  <a:lnTo>
                    <a:pt x="2931160" y="451358"/>
                  </a:lnTo>
                  <a:lnTo>
                    <a:pt x="2933433" y="449072"/>
                  </a:lnTo>
                  <a:lnTo>
                    <a:pt x="3009265" y="372872"/>
                  </a:lnTo>
                  <a:lnTo>
                    <a:pt x="3031490" y="330962"/>
                  </a:lnTo>
                  <a:lnTo>
                    <a:pt x="3031744" y="328295"/>
                  </a:lnTo>
                  <a:lnTo>
                    <a:pt x="3033141" y="314833"/>
                  </a:lnTo>
                  <a:lnTo>
                    <a:pt x="3033141" y="82042"/>
                  </a:lnTo>
                  <a:close/>
                </a:path>
              </a:pathLst>
            </a:custGeom>
            <a:solidFill>
              <a:srgbClr val="DFD4D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713848" y="3560952"/>
              <a:ext cx="186562" cy="184658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9423654" y="3314699"/>
              <a:ext cx="663575" cy="656590"/>
            </a:xfrm>
            <a:custGeom>
              <a:avLst/>
              <a:gdLst/>
              <a:ahLst/>
              <a:cxnLst/>
              <a:rect l="l" t="t" r="r" b="b"/>
              <a:pathLst>
                <a:path w="663575" h="656589">
                  <a:moveTo>
                    <a:pt x="538861" y="636016"/>
                  </a:moveTo>
                  <a:lnTo>
                    <a:pt x="537337" y="628142"/>
                  </a:lnTo>
                  <a:lnTo>
                    <a:pt x="532892" y="621538"/>
                  </a:lnTo>
                  <a:lnTo>
                    <a:pt x="526288" y="617220"/>
                  </a:lnTo>
                  <a:lnTo>
                    <a:pt x="518160" y="615569"/>
                  </a:lnTo>
                  <a:lnTo>
                    <a:pt x="186563" y="615569"/>
                  </a:lnTo>
                  <a:lnTo>
                    <a:pt x="140716" y="608203"/>
                  </a:lnTo>
                  <a:lnTo>
                    <a:pt x="100838" y="587883"/>
                  </a:lnTo>
                  <a:lnTo>
                    <a:pt x="69469" y="556768"/>
                  </a:lnTo>
                  <a:lnTo>
                    <a:pt x="48895" y="517271"/>
                  </a:lnTo>
                  <a:lnTo>
                    <a:pt x="41529" y="471932"/>
                  </a:lnTo>
                  <a:lnTo>
                    <a:pt x="41529" y="143637"/>
                  </a:lnTo>
                  <a:lnTo>
                    <a:pt x="39878" y="135636"/>
                  </a:lnTo>
                  <a:lnTo>
                    <a:pt x="35433" y="129159"/>
                  </a:lnTo>
                  <a:lnTo>
                    <a:pt x="28829" y="124714"/>
                  </a:lnTo>
                  <a:lnTo>
                    <a:pt x="20828" y="123063"/>
                  </a:lnTo>
                  <a:lnTo>
                    <a:pt x="12700" y="124714"/>
                  </a:lnTo>
                  <a:lnTo>
                    <a:pt x="6096" y="129159"/>
                  </a:lnTo>
                  <a:lnTo>
                    <a:pt x="1651" y="135636"/>
                  </a:lnTo>
                  <a:lnTo>
                    <a:pt x="0" y="143637"/>
                  </a:lnTo>
                  <a:lnTo>
                    <a:pt x="0" y="471932"/>
                  </a:lnTo>
                  <a:lnTo>
                    <a:pt x="6731" y="520954"/>
                  </a:lnTo>
                  <a:lnTo>
                    <a:pt x="25527" y="565150"/>
                  </a:lnTo>
                  <a:lnTo>
                    <a:pt x="54737" y="602488"/>
                  </a:lnTo>
                  <a:lnTo>
                    <a:pt x="92456" y="631317"/>
                  </a:lnTo>
                  <a:lnTo>
                    <a:pt x="137033" y="649986"/>
                  </a:lnTo>
                  <a:lnTo>
                    <a:pt x="186563" y="656590"/>
                  </a:lnTo>
                  <a:lnTo>
                    <a:pt x="518160" y="656590"/>
                  </a:lnTo>
                  <a:lnTo>
                    <a:pt x="526288" y="654939"/>
                  </a:lnTo>
                  <a:lnTo>
                    <a:pt x="532892" y="650494"/>
                  </a:lnTo>
                  <a:lnTo>
                    <a:pt x="537337" y="644017"/>
                  </a:lnTo>
                  <a:lnTo>
                    <a:pt x="538861" y="636016"/>
                  </a:lnTo>
                  <a:close/>
                </a:path>
                <a:path w="663575" h="656589">
                  <a:moveTo>
                    <a:pt x="663321" y="177673"/>
                  </a:moveTo>
                  <a:lnTo>
                    <a:pt x="661670" y="161925"/>
                  </a:lnTo>
                  <a:lnTo>
                    <a:pt x="661670" y="161544"/>
                  </a:lnTo>
                  <a:lnTo>
                    <a:pt x="656971" y="146177"/>
                  </a:lnTo>
                  <a:lnTo>
                    <a:pt x="649351" y="132080"/>
                  </a:lnTo>
                  <a:lnTo>
                    <a:pt x="639064" y="119507"/>
                  </a:lnTo>
                  <a:lnTo>
                    <a:pt x="621792" y="102489"/>
                  </a:lnTo>
                  <a:lnTo>
                    <a:pt x="621792" y="177673"/>
                  </a:lnTo>
                  <a:lnTo>
                    <a:pt x="621792" y="451358"/>
                  </a:lnTo>
                  <a:lnTo>
                    <a:pt x="618617" y="467360"/>
                  </a:lnTo>
                  <a:lnTo>
                    <a:pt x="609727" y="480441"/>
                  </a:lnTo>
                  <a:lnTo>
                    <a:pt x="596519" y="489204"/>
                  </a:lnTo>
                  <a:lnTo>
                    <a:pt x="580390" y="492379"/>
                  </a:lnTo>
                  <a:lnTo>
                    <a:pt x="207264" y="492379"/>
                  </a:lnTo>
                  <a:lnTo>
                    <a:pt x="191135" y="489204"/>
                  </a:lnTo>
                  <a:lnTo>
                    <a:pt x="178054" y="480441"/>
                  </a:lnTo>
                  <a:lnTo>
                    <a:pt x="169164" y="467360"/>
                  </a:lnTo>
                  <a:lnTo>
                    <a:pt x="165862" y="451358"/>
                  </a:lnTo>
                  <a:lnTo>
                    <a:pt x="165862" y="82042"/>
                  </a:lnTo>
                  <a:lnTo>
                    <a:pt x="169164" y="66040"/>
                  </a:lnTo>
                  <a:lnTo>
                    <a:pt x="178054" y="53086"/>
                  </a:lnTo>
                  <a:lnTo>
                    <a:pt x="191135" y="44196"/>
                  </a:lnTo>
                  <a:lnTo>
                    <a:pt x="207264" y="41021"/>
                  </a:lnTo>
                  <a:lnTo>
                    <a:pt x="207264" y="143637"/>
                  </a:lnTo>
                  <a:lnTo>
                    <a:pt x="210566" y="159639"/>
                  </a:lnTo>
                  <a:lnTo>
                    <a:pt x="219456" y="172593"/>
                  </a:lnTo>
                  <a:lnTo>
                    <a:pt x="232664" y="181483"/>
                  </a:lnTo>
                  <a:lnTo>
                    <a:pt x="248793" y="184658"/>
                  </a:lnTo>
                  <a:lnTo>
                    <a:pt x="456057" y="184658"/>
                  </a:lnTo>
                  <a:lnTo>
                    <a:pt x="472186" y="181483"/>
                  </a:lnTo>
                  <a:lnTo>
                    <a:pt x="485394" y="172720"/>
                  </a:lnTo>
                  <a:lnTo>
                    <a:pt x="494157" y="159639"/>
                  </a:lnTo>
                  <a:lnTo>
                    <a:pt x="497459" y="143637"/>
                  </a:lnTo>
                  <a:lnTo>
                    <a:pt x="497459" y="43307"/>
                  </a:lnTo>
                  <a:lnTo>
                    <a:pt x="503301" y="45339"/>
                  </a:lnTo>
                  <a:lnTo>
                    <a:pt x="609600" y="148590"/>
                  </a:lnTo>
                  <a:lnTo>
                    <a:pt x="621792" y="177673"/>
                  </a:lnTo>
                  <a:lnTo>
                    <a:pt x="621792" y="102489"/>
                  </a:lnTo>
                  <a:lnTo>
                    <a:pt x="562102" y="43307"/>
                  </a:lnTo>
                  <a:lnTo>
                    <a:pt x="559816" y="41021"/>
                  </a:lnTo>
                  <a:lnTo>
                    <a:pt x="542671" y="24130"/>
                  </a:lnTo>
                  <a:lnTo>
                    <a:pt x="529971" y="13716"/>
                  </a:lnTo>
                  <a:lnTo>
                    <a:pt x="515620" y="6223"/>
                  </a:lnTo>
                  <a:lnTo>
                    <a:pt x="500126" y="1524"/>
                  </a:lnTo>
                  <a:lnTo>
                    <a:pt x="483870" y="0"/>
                  </a:lnTo>
                  <a:lnTo>
                    <a:pt x="456057" y="0"/>
                  </a:lnTo>
                  <a:lnTo>
                    <a:pt x="456057" y="41021"/>
                  </a:lnTo>
                  <a:lnTo>
                    <a:pt x="456057" y="143637"/>
                  </a:lnTo>
                  <a:lnTo>
                    <a:pt x="248793" y="143637"/>
                  </a:lnTo>
                  <a:lnTo>
                    <a:pt x="248793" y="41021"/>
                  </a:lnTo>
                  <a:lnTo>
                    <a:pt x="456057" y="41021"/>
                  </a:lnTo>
                  <a:lnTo>
                    <a:pt x="456057" y="0"/>
                  </a:lnTo>
                  <a:lnTo>
                    <a:pt x="207264" y="0"/>
                  </a:lnTo>
                  <a:lnTo>
                    <a:pt x="175133" y="6477"/>
                  </a:lnTo>
                  <a:lnTo>
                    <a:pt x="148717" y="24130"/>
                  </a:lnTo>
                  <a:lnTo>
                    <a:pt x="130937" y="50165"/>
                  </a:lnTo>
                  <a:lnTo>
                    <a:pt x="124460" y="82042"/>
                  </a:lnTo>
                  <a:lnTo>
                    <a:pt x="124460" y="451358"/>
                  </a:lnTo>
                  <a:lnTo>
                    <a:pt x="130937" y="483362"/>
                  </a:lnTo>
                  <a:lnTo>
                    <a:pt x="148717" y="509397"/>
                  </a:lnTo>
                  <a:lnTo>
                    <a:pt x="175133" y="527050"/>
                  </a:lnTo>
                  <a:lnTo>
                    <a:pt x="207264" y="533527"/>
                  </a:lnTo>
                  <a:lnTo>
                    <a:pt x="580390" y="533527"/>
                  </a:lnTo>
                  <a:lnTo>
                    <a:pt x="612648" y="527050"/>
                  </a:lnTo>
                  <a:lnTo>
                    <a:pt x="638937" y="509397"/>
                  </a:lnTo>
                  <a:lnTo>
                    <a:pt x="650494" y="492379"/>
                  </a:lnTo>
                  <a:lnTo>
                    <a:pt x="656717" y="483362"/>
                  </a:lnTo>
                  <a:lnTo>
                    <a:pt x="663321" y="451358"/>
                  </a:lnTo>
                  <a:lnTo>
                    <a:pt x="663321" y="177673"/>
                  </a:lnTo>
                  <a:close/>
                </a:path>
              </a:pathLst>
            </a:custGeom>
            <a:solidFill>
              <a:srgbClr val="DFD4D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9001125" y="5493702"/>
            <a:ext cx="1604645" cy="78486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 marR="5080" indent="227329">
              <a:lnSpc>
                <a:spcPct val="102200"/>
              </a:lnSpc>
              <a:spcBef>
                <a:spcPts val="60"/>
              </a:spcBef>
            </a:pPr>
            <a:r>
              <a:rPr dirty="0" sz="2450" spc="-10" b="1">
                <a:solidFill>
                  <a:srgbClr val="DFD4DE"/>
                </a:solidFill>
                <a:latin typeface="Cambria"/>
                <a:cs typeface="Cambria"/>
              </a:rPr>
              <a:t>Нажать </a:t>
            </a:r>
            <a:r>
              <a:rPr dirty="0" sz="2450" spc="-20" b="1">
                <a:solidFill>
                  <a:srgbClr val="DFD4DE"/>
                </a:solidFill>
                <a:latin typeface="Cambria"/>
                <a:cs typeface="Cambria"/>
              </a:rPr>
              <a:t>Сохранить</a:t>
            </a:r>
            <a:endParaRPr sz="2450">
              <a:latin typeface="Cambria"/>
              <a:cs typeface="Cambri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6656958" y="5493702"/>
            <a:ext cx="1433195" cy="78486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15570" marR="5080" indent="-103505">
              <a:lnSpc>
                <a:spcPct val="102200"/>
              </a:lnSpc>
              <a:spcBef>
                <a:spcPts val="60"/>
              </a:spcBef>
            </a:pPr>
            <a:r>
              <a:rPr dirty="0" sz="2450" spc="-20" b="1">
                <a:solidFill>
                  <a:srgbClr val="DFD4DE"/>
                </a:solidFill>
                <a:latin typeface="Cambria"/>
                <a:cs typeface="Cambria"/>
              </a:rPr>
              <a:t>Написать </a:t>
            </a:r>
            <a:r>
              <a:rPr dirty="0" sz="2450" spc="-10" b="1">
                <a:solidFill>
                  <a:srgbClr val="DFD4DE"/>
                </a:solidFill>
                <a:latin typeface="Cambria"/>
                <a:cs typeface="Cambria"/>
              </a:rPr>
              <a:t>заметку</a:t>
            </a:r>
            <a:endParaRPr sz="2450">
              <a:latin typeface="Cambria"/>
              <a:cs typeface="Cambria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163695" y="5493702"/>
            <a:ext cx="1577340" cy="78486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 marR="5080" indent="54610">
              <a:lnSpc>
                <a:spcPct val="102200"/>
              </a:lnSpc>
              <a:spcBef>
                <a:spcPts val="60"/>
              </a:spcBef>
            </a:pPr>
            <a:r>
              <a:rPr dirty="0" sz="2450" spc="-10" b="1">
                <a:solidFill>
                  <a:srgbClr val="DFD4DE"/>
                </a:solidFill>
                <a:latin typeface="Cambria"/>
                <a:cs typeface="Cambria"/>
              </a:rPr>
              <a:t>Отметить </a:t>
            </a:r>
            <a:r>
              <a:rPr dirty="0" sz="2450" spc="-20" b="1">
                <a:solidFill>
                  <a:srgbClr val="DFD4DE"/>
                </a:solidFill>
                <a:latin typeface="Cambria"/>
                <a:cs typeface="Cambria"/>
              </a:rPr>
              <a:t>привычки</a:t>
            </a:r>
            <a:endParaRPr sz="2450">
              <a:latin typeface="Cambria"/>
              <a:cs typeface="Cambria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593850" y="5493702"/>
            <a:ext cx="1778635" cy="78486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 marR="5080" indent="384175">
              <a:lnSpc>
                <a:spcPct val="102200"/>
              </a:lnSpc>
              <a:spcBef>
                <a:spcPts val="60"/>
              </a:spcBef>
            </a:pPr>
            <a:r>
              <a:rPr dirty="0" sz="2450" spc="-20" b="1">
                <a:solidFill>
                  <a:srgbClr val="DFD4DE"/>
                </a:solidFill>
                <a:latin typeface="Cambria"/>
                <a:cs typeface="Cambria"/>
              </a:rPr>
              <a:t>Выбор настроения</a:t>
            </a:r>
            <a:endParaRPr sz="2450">
              <a:latin typeface="Cambria"/>
              <a:cs typeface="Cambria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695642" y="7126605"/>
            <a:ext cx="1307719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85">
                <a:solidFill>
                  <a:srgbClr val="DFD4DE"/>
                </a:solidFill>
                <a:latin typeface="Tahoma"/>
                <a:cs typeface="Tahoma"/>
              </a:rPr>
              <a:t>Процесс</a:t>
            </a:r>
            <a:r>
              <a:rPr dirty="0" sz="1550" spc="90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DFD4DE"/>
                </a:solidFill>
                <a:latin typeface="Tahoma"/>
                <a:cs typeface="Tahoma"/>
              </a:rPr>
              <a:t>охватывает</a:t>
            </a:r>
            <a:r>
              <a:rPr dirty="0" sz="1550" spc="90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550" spc="65">
                <a:solidFill>
                  <a:srgbClr val="DFD4DE"/>
                </a:solidFill>
                <a:latin typeface="Tahoma"/>
                <a:cs typeface="Tahoma"/>
              </a:rPr>
              <a:t>весь</a:t>
            </a:r>
            <a:r>
              <a:rPr dirty="0" sz="1550" spc="155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DFD4DE"/>
                </a:solidFill>
                <a:latin typeface="Tahoma"/>
                <a:cs typeface="Tahoma"/>
              </a:rPr>
              <a:t>цикл</a:t>
            </a:r>
            <a:r>
              <a:rPr dirty="0" sz="1550" spc="25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DFD4DE"/>
                </a:solidFill>
                <a:latin typeface="Tahoma"/>
                <a:cs typeface="Tahoma"/>
              </a:rPr>
              <a:t>взаимодействия:</a:t>
            </a:r>
            <a:r>
              <a:rPr dirty="0" sz="1550" spc="40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DFD4DE"/>
                </a:solidFill>
                <a:latin typeface="Tahoma"/>
                <a:cs typeface="Tahoma"/>
              </a:rPr>
              <a:t>от</a:t>
            </a:r>
            <a:r>
              <a:rPr dirty="0" sz="1550" spc="55">
                <a:solidFill>
                  <a:srgbClr val="DFD4DE"/>
                </a:solidFill>
                <a:latin typeface="Tahoma"/>
                <a:cs typeface="Tahoma"/>
              </a:rPr>
              <a:t> выбора</a:t>
            </a:r>
            <a:r>
              <a:rPr dirty="0" sz="1550" spc="100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DFD4DE"/>
                </a:solidFill>
                <a:latin typeface="Tahoma"/>
                <a:cs typeface="Tahoma"/>
              </a:rPr>
              <a:t>настроения</a:t>
            </a:r>
            <a:r>
              <a:rPr dirty="0" sz="1550" spc="105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DFD4DE"/>
                </a:solidFill>
                <a:latin typeface="Tahoma"/>
                <a:cs typeface="Tahoma"/>
              </a:rPr>
              <a:t>пользователем</a:t>
            </a:r>
            <a:r>
              <a:rPr dirty="0" sz="1550" spc="135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DFD4DE"/>
                </a:solidFill>
                <a:latin typeface="Tahoma"/>
                <a:cs typeface="Tahoma"/>
              </a:rPr>
              <a:t>до</a:t>
            </a:r>
            <a:r>
              <a:rPr dirty="0" sz="1550" spc="185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DFD4DE"/>
                </a:solidFill>
                <a:latin typeface="Tahoma"/>
                <a:cs typeface="Tahoma"/>
              </a:rPr>
              <a:t>отображения</a:t>
            </a:r>
            <a:r>
              <a:rPr dirty="0" sz="1550" spc="70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DFD4DE"/>
                </a:solidFill>
                <a:latin typeface="Tahoma"/>
                <a:cs typeface="Tahoma"/>
              </a:rPr>
              <a:t>новой</a:t>
            </a:r>
            <a:r>
              <a:rPr dirty="0" sz="1550" spc="30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550" spc="55">
                <a:solidFill>
                  <a:srgbClr val="DFD4DE"/>
                </a:solidFill>
                <a:latin typeface="Tahoma"/>
                <a:cs typeface="Tahoma"/>
              </a:rPr>
              <a:t>записи</a:t>
            </a:r>
            <a:r>
              <a:rPr dirty="0" sz="1550" spc="50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DFD4DE"/>
                </a:solidFill>
                <a:latin typeface="Tahoma"/>
                <a:cs typeface="Tahoma"/>
              </a:rPr>
              <a:t>в</a:t>
            </a:r>
            <a:r>
              <a:rPr dirty="0" sz="1550" spc="130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DFD4DE"/>
                </a:solidFill>
                <a:latin typeface="Tahoma"/>
                <a:cs typeface="Tahoma"/>
              </a:rPr>
              <a:t>ленте</a:t>
            </a:r>
            <a:r>
              <a:rPr dirty="0" sz="1550" spc="-30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DFD4DE"/>
                </a:solidFill>
                <a:latin typeface="Tahoma"/>
                <a:cs typeface="Tahoma"/>
              </a:rPr>
              <a:t>истории.</a:t>
            </a:r>
            <a:endParaRPr sz="1550">
              <a:latin typeface="Tahoma"/>
              <a:cs typeface="Tahoma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9525" y="38100"/>
            <a:ext cx="1857375" cy="534035"/>
            <a:chOff x="9525" y="38100"/>
            <a:chExt cx="1857375" cy="534035"/>
          </a:xfrm>
        </p:grpSpPr>
        <p:sp>
          <p:nvSpPr>
            <p:cNvPr id="22" name="object 22" descr=""/>
            <p:cNvSpPr/>
            <p:nvPr/>
          </p:nvSpPr>
          <p:spPr>
            <a:xfrm>
              <a:off x="9525" y="38100"/>
              <a:ext cx="1847850" cy="523875"/>
            </a:xfrm>
            <a:custGeom>
              <a:avLst/>
              <a:gdLst/>
              <a:ahLst/>
              <a:cxnLst/>
              <a:rect l="l" t="t" r="r" b="b"/>
              <a:pathLst>
                <a:path w="1847850" h="523875">
                  <a:moveTo>
                    <a:pt x="1847850" y="0"/>
                  </a:moveTo>
                  <a:lnTo>
                    <a:pt x="0" y="0"/>
                  </a:lnTo>
                  <a:lnTo>
                    <a:pt x="0" y="523875"/>
                  </a:lnTo>
                  <a:lnTo>
                    <a:pt x="1847850" y="523875"/>
                  </a:lnTo>
                  <a:lnTo>
                    <a:pt x="18478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4287" y="42925"/>
              <a:ext cx="1847850" cy="523875"/>
            </a:xfrm>
            <a:custGeom>
              <a:avLst/>
              <a:gdLst/>
              <a:ahLst/>
              <a:cxnLst/>
              <a:rect l="l" t="t" r="r" b="b"/>
              <a:pathLst>
                <a:path w="1847850" h="523875">
                  <a:moveTo>
                    <a:pt x="0" y="523875"/>
                  </a:moveTo>
                  <a:lnTo>
                    <a:pt x="1847850" y="523875"/>
                  </a:lnTo>
                  <a:lnTo>
                    <a:pt x="1847850" y="0"/>
                  </a:lnTo>
                  <a:lnTo>
                    <a:pt x="0" y="0"/>
                  </a:lnTo>
                  <a:lnTo>
                    <a:pt x="0" y="5238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2279" rIns="0" bIns="0" rtlCol="0" vert="horz">
            <a:spAutoFit/>
          </a:bodyPr>
          <a:lstStyle/>
          <a:p>
            <a:pPr marL="339090">
              <a:lnSpc>
                <a:spcPct val="100000"/>
              </a:lnSpc>
              <a:spcBef>
                <a:spcPts val="105"/>
              </a:spcBef>
            </a:pPr>
            <a:r>
              <a:rPr dirty="0" sz="3750"/>
              <a:t>Диаграмма</a:t>
            </a:r>
            <a:r>
              <a:rPr dirty="0" sz="3750" spc="-155"/>
              <a:t> </a:t>
            </a:r>
            <a:r>
              <a:rPr dirty="0" sz="3750" spc="-10"/>
              <a:t>классов</a:t>
            </a:r>
            <a:endParaRPr sz="37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1495425"/>
            <a:ext cx="6067425" cy="605790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7541641" y="2706687"/>
            <a:ext cx="2025650" cy="3117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b="1">
                <a:solidFill>
                  <a:srgbClr val="FF88AD"/>
                </a:solidFill>
                <a:latin typeface="Cambria"/>
                <a:cs typeface="Cambria"/>
              </a:rPr>
              <a:t>Основные</a:t>
            </a:r>
            <a:r>
              <a:rPr dirty="0" sz="1850" spc="-100" b="1">
                <a:solidFill>
                  <a:srgbClr val="FF88AD"/>
                </a:solidFill>
                <a:latin typeface="Cambria"/>
                <a:cs typeface="Cambria"/>
              </a:rPr>
              <a:t> </a:t>
            </a:r>
            <a:r>
              <a:rPr dirty="0" sz="1850" spc="-10" b="1">
                <a:solidFill>
                  <a:srgbClr val="FF88AD"/>
                </a:solidFill>
                <a:latin typeface="Cambria"/>
                <a:cs typeface="Cambria"/>
              </a:rPr>
              <a:t>классы</a:t>
            </a:r>
            <a:endParaRPr sz="1850">
              <a:latin typeface="Cambria"/>
              <a:cs typeface="Cambria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7553325" y="3200400"/>
            <a:ext cx="2971165" cy="1618615"/>
            <a:chOff x="7553325" y="3200400"/>
            <a:chExt cx="2971165" cy="1618615"/>
          </a:xfrm>
        </p:grpSpPr>
        <p:sp>
          <p:nvSpPr>
            <p:cNvPr id="6" name="object 6" descr=""/>
            <p:cNvSpPr/>
            <p:nvPr/>
          </p:nvSpPr>
          <p:spPr>
            <a:xfrm>
              <a:off x="7553325" y="3200400"/>
              <a:ext cx="2962275" cy="1609725"/>
            </a:xfrm>
            <a:custGeom>
              <a:avLst/>
              <a:gdLst/>
              <a:ahLst/>
              <a:cxnLst/>
              <a:rect l="l" t="t" r="r" b="b"/>
              <a:pathLst>
                <a:path w="2962275" h="1609725">
                  <a:moveTo>
                    <a:pt x="2885821" y="0"/>
                  </a:moveTo>
                  <a:lnTo>
                    <a:pt x="76326" y="0"/>
                  </a:lnTo>
                  <a:lnTo>
                    <a:pt x="46608" y="5969"/>
                  </a:lnTo>
                  <a:lnTo>
                    <a:pt x="22351" y="22351"/>
                  </a:lnTo>
                  <a:lnTo>
                    <a:pt x="5969" y="46609"/>
                  </a:lnTo>
                  <a:lnTo>
                    <a:pt x="0" y="76326"/>
                  </a:lnTo>
                  <a:lnTo>
                    <a:pt x="0" y="1533271"/>
                  </a:lnTo>
                  <a:lnTo>
                    <a:pt x="5969" y="1562989"/>
                  </a:lnTo>
                  <a:lnTo>
                    <a:pt x="22351" y="1587246"/>
                  </a:lnTo>
                  <a:lnTo>
                    <a:pt x="46608" y="1603755"/>
                  </a:lnTo>
                  <a:lnTo>
                    <a:pt x="76326" y="1609725"/>
                  </a:lnTo>
                  <a:lnTo>
                    <a:pt x="2885821" y="1609725"/>
                  </a:lnTo>
                  <a:lnTo>
                    <a:pt x="2915539" y="1603755"/>
                  </a:lnTo>
                  <a:lnTo>
                    <a:pt x="2939796" y="1587246"/>
                  </a:lnTo>
                  <a:lnTo>
                    <a:pt x="2956305" y="1562989"/>
                  </a:lnTo>
                  <a:lnTo>
                    <a:pt x="2962275" y="1533271"/>
                  </a:lnTo>
                  <a:lnTo>
                    <a:pt x="2962275" y="76326"/>
                  </a:lnTo>
                  <a:lnTo>
                    <a:pt x="2956305" y="46609"/>
                  </a:lnTo>
                  <a:lnTo>
                    <a:pt x="2939796" y="22351"/>
                  </a:lnTo>
                  <a:lnTo>
                    <a:pt x="2915539" y="5969"/>
                  </a:lnTo>
                  <a:lnTo>
                    <a:pt x="2885821" y="0"/>
                  </a:lnTo>
                  <a:close/>
                </a:path>
              </a:pathLst>
            </a:custGeom>
            <a:solidFill>
              <a:srgbClr val="2D1D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7558150" y="3205225"/>
              <a:ext cx="2962275" cy="1609725"/>
            </a:xfrm>
            <a:custGeom>
              <a:avLst/>
              <a:gdLst/>
              <a:ahLst/>
              <a:cxnLst/>
              <a:rect l="l" t="t" r="r" b="b"/>
              <a:pathLst>
                <a:path w="2962275" h="1609725">
                  <a:moveTo>
                    <a:pt x="0" y="76200"/>
                  </a:moveTo>
                  <a:lnTo>
                    <a:pt x="5969" y="46609"/>
                  </a:lnTo>
                  <a:lnTo>
                    <a:pt x="22225" y="22351"/>
                  </a:lnTo>
                  <a:lnTo>
                    <a:pt x="46608" y="5969"/>
                  </a:lnTo>
                  <a:lnTo>
                    <a:pt x="76200" y="0"/>
                  </a:lnTo>
                  <a:lnTo>
                    <a:pt x="2885694" y="0"/>
                  </a:lnTo>
                  <a:lnTo>
                    <a:pt x="2915539" y="5969"/>
                  </a:lnTo>
                  <a:lnTo>
                    <a:pt x="2939796" y="22225"/>
                  </a:lnTo>
                  <a:lnTo>
                    <a:pt x="2956179" y="46609"/>
                  </a:lnTo>
                  <a:lnTo>
                    <a:pt x="2962275" y="76200"/>
                  </a:lnTo>
                  <a:lnTo>
                    <a:pt x="2962275" y="1533271"/>
                  </a:lnTo>
                  <a:lnTo>
                    <a:pt x="2956179" y="1562989"/>
                  </a:lnTo>
                  <a:lnTo>
                    <a:pt x="2939796" y="1587246"/>
                  </a:lnTo>
                  <a:lnTo>
                    <a:pt x="2915539" y="1603628"/>
                  </a:lnTo>
                  <a:lnTo>
                    <a:pt x="2885694" y="1609725"/>
                  </a:lnTo>
                  <a:lnTo>
                    <a:pt x="76200" y="1609725"/>
                  </a:lnTo>
                  <a:lnTo>
                    <a:pt x="46608" y="1603628"/>
                  </a:lnTo>
                  <a:lnTo>
                    <a:pt x="22225" y="1587246"/>
                  </a:lnTo>
                  <a:lnTo>
                    <a:pt x="5969" y="1562989"/>
                  </a:lnTo>
                  <a:lnTo>
                    <a:pt x="0" y="1533271"/>
                  </a:lnTo>
                  <a:lnTo>
                    <a:pt x="0" y="76200"/>
                  </a:lnTo>
                  <a:close/>
                </a:path>
              </a:pathLst>
            </a:custGeom>
            <a:ln w="7620">
              <a:solidFill>
                <a:srgbClr val="46367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7731759" y="3360737"/>
            <a:ext cx="2279015" cy="12541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-20" b="1">
                <a:solidFill>
                  <a:srgbClr val="DFD4DE"/>
                </a:solidFill>
                <a:latin typeface="Georgia"/>
                <a:cs typeface="Georgia"/>
              </a:rPr>
              <a:t>User</a:t>
            </a:r>
            <a:endParaRPr sz="1850">
              <a:latin typeface="Georgia"/>
              <a:cs typeface="Georgia"/>
            </a:endParaRPr>
          </a:p>
          <a:p>
            <a:pPr marL="12700" marR="5080">
              <a:lnSpc>
                <a:spcPct val="125200"/>
              </a:lnSpc>
              <a:spcBef>
                <a:spcPts val="890"/>
              </a:spcBef>
            </a:pPr>
            <a:r>
              <a:rPr dirty="0" sz="1400">
                <a:solidFill>
                  <a:srgbClr val="DFD4DE"/>
                </a:solidFill>
                <a:latin typeface="Tahoma"/>
                <a:cs typeface="Tahoma"/>
              </a:rPr>
              <a:t>id,</a:t>
            </a:r>
            <a:r>
              <a:rPr dirty="0" sz="1400" spc="35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DFD4DE"/>
                </a:solidFill>
                <a:latin typeface="Tahoma"/>
                <a:cs typeface="Tahoma"/>
              </a:rPr>
              <a:t>name,</a:t>
            </a:r>
            <a:r>
              <a:rPr dirty="0" sz="1400" spc="45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DFD4DE"/>
                </a:solidFill>
                <a:latin typeface="Tahoma"/>
                <a:cs typeface="Tahoma"/>
              </a:rPr>
              <a:t>email, </a:t>
            </a:r>
            <a:r>
              <a:rPr dirty="0" sz="1400" spc="10">
                <a:solidFill>
                  <a:srgbClr val="DFD4DE"/>
                </a:solidFill>
                <a:latin typeface="Tahoma"/>
                <a:cs typeface="Tahoma"/>
              </a:rPr>
              <a:t>password_hash</a:t>
            </a:r>
            <a:r>
              <a:rPr dirty="0" sz="1400" spc="459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DFD4DE"/>
                </a:solidFill>
                <a:latin typeface="Tahoma"/>
                <a:cs typeface="Tahoma"/>
              </a:rPr>
              <a:t>+register(),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dirty="0" sz="1400" spc="-10">
                <a:solidFill>
                  <a:srgbClr val="DFD4DE"/>
                </a:solidFill>
                <a:latin typeface="Tahoma"/>
                <a:cs typeface="Tahoma"/>
              </a:rPr>
              <a:t>+login()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10658475" y="3200400"/>
            <a:ext cx="2961640" cy="1618615"/>
            <a:chOff x="10658475" y="3200400"/>
            <a:chExt cx="2961640" cy="1618615"/>
          </a:xfrm>
        </p:grpSpPr>
        <p:sp>
          <p:nvSpPr>
            <p:cNvPr id="10" name="object 10" descr=""/>
            <p:cNvSpPr/>
            <p:nvPr/>
          </p:nvSpPr>
          <p:spPr>
            <a:xfrm>
              <a:off x="10658475" y="3200400"/>
              <a:ext cx="2952750" cy="1609725"/>
            </a:xfrm>
            <a:custGeom>
              <a:avLst/>
              <a:gdLst/>
              <a:ahLst/>
              <a:cxnLst/>
              <a:rect l="l" t="t" r="r" b="b"/>
              <a:pathLst>
                <a:path w="2952750" h="1609725">
                  <a:moveTo>
                    <a:pt x="2876296" y="0"/>
                  </a:moveTo>
                  <a:lnTo>
                    <a:pt x="76326" y="0"/>
                  </a:lnTo>
                  <a:lnTo>
                    <a:pt x="46608" y="5969"/>
                  </a:lnTo>
                  <a:lnTo>
                    <a:pt x="22351" y="22351"/>
                  </a:lnTo>
                  <a:lnTo>
                    <a:pt x="5969" y="46609"/>
                  </a:lnTo>
                  <a:lnTo>
                    <a:pt x="0" y="76326"/>
                  </a:lnTo>
                  <a:lnTo>
                    <a:pt x="0" y="1533271"/>
                  </a:lnTo>
                  <a:lnTo>
                    <a:pt x="5969" y="1562989"/>
                  </a:lnTo>
                  <a:lnTo>
                    <a:pt x="22351" y="1587246"/>
                  </a:lnTo>
                  <a:lnTo>
                    <a:pt x="46608" y="1603755"/>
                  </a:lnTo>
                  <a:lnTo>
                    <a:pt x="76326" y="1609725"/>
                  </a:lnTo>
                  <a:lnTo>
                    <a:pt x="2876296" y="1609725"/>
                  </a:lnTo>
                  <a:lnTo>
                    <a:pt x="2906013" y="1603755"/>
                  </a:lnTo>
                  <a:lnTo>
                    <a:pt x="2930271" y="1587246"/>
                  </a:lnTo>
                  <a:lnTo>
                    <a:pt x="2946780" y="1562989"/>
                  </a:lnTo>
                  <a:lnTo>
                    <a:pt x="2952750" y="1533271"/>
                  </a:lnTo>
                  <a:lnTo>
                    <a:pt x="2952750" y="76326"/>
                  </a:lnTo>
                  <a:lnTo>
                    <a:pt x="2946780" y="46609"/>
                  </a:lnTo>
                  <a:lnTo>
                    <a:pt x="2930271" y="22351"/>
                  </a:lnTo>
                  <a:lnTo>
                    <a:pt x="2906013" y="5969"/>
                  </a:lnTo>
                  <a:lnTo>
                    <a:pt x="2876296" y="0"/>
                  </a:lnTo>
                  <a:close/>
                </a:path>
              </a:pathLst>
            </a:custGeom>
            <a:solidFill>
              <a:srgbClr val="2D1D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0663300" y="3205225"/>
              <a:ext cx="2952750" cy="1609725"/>
            </a:xfrm>
            <a:custGeom>
              <a:avLst/>
              <a:gdLst/>
              <a:ahLst/>
              <a:cxnLst/>
              <a:rect l="l" t="t" r="r" b="b"/>
              <a:pathLst>
                <a:path w="2952750" h="1609725">
                  <a:moveTo>
                    <a:pt x="0" y="76200"/>
                  </a:moveTo>
                  <a:lnTo>
                    <a:pt x="5969" y="46609"/>
                  </a:lnTo>
                  <a:lnTo>
                    <a:pt x="22225" y="22351"/>
                  </a:lnTo>
                  <a:lnTo>
                    <a:pt x="46608" y="5969"/>
                  </a:lnTo>
                  <a:lnTo>
                    <a:pt x="76200" y="0"/>
                  </a:lnTo>
                  <a:lnTo>
                    <a:pt x="2876168" y="0"/>
                  </a:lnTo>
                  <a:lnTo>
                    <a:pt x="2906014" y="5969"/>
                  </a:lnTo>
                  <a:lnTo>
                    <a:pt x="2930270" y="22225"/>
                  </a:lnTo>
                  <a:lnTo>
                    <a:pt x="2946654" y="46609"/>
                  </a:lnTo>
                  <a:lnTo>
                    <a:pt x="2952750" y="76200"/>
                  </a:lnTo>
                  <a:lnTo>
                    <a:pt x="2952750" y="1533271"/>
                  </a:lnTo>
                  <a:lnTo>
                    <a:pt x="2946654" y="1562989"/>
                  </a:lnTo>
                  <a:lnTo>
                    <a:pt x="2930270" y="1587246"/>
                  </a:lnTo>
                  <a:lnTo>
                    <a:pt x="2906014" y="1603628"/>
                  </a:lnTo>
                  <a:lnTo>
                    <a:pt x="2876168" y="1609725"/>
                  </a:lnTo>
                  <a:lnTo>
                    <a:pt x="76200" y="1609725"/>
                  </a:lnTo>
                  <a:lnTo>
                    <a:pt x="46608" y="1603628"/>
                  </a:lnTo>
                  <a:lnTo>
                    <a:pt x="22225" y="1587246"/>
                  </a:lnTo>
                  <a:lnTo>
                    <a:pt x="5969" y="1562989"/>
                  </a:lnTo>
                  <a:lnTo>
                    <a:pt x="0" y="1533271"/>
                  </a:lnTo>
                  <a:lnTo>
                    <a:pt x="0" y="76200"/>
                  </a:lnTo>
                  <a:close/>
                </a:path>
              </a:pathLst>
            </a:custGeom>
            <a:ln w="7618">
              <a:solidFill>
                <a:srgbClr val="46367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10838433" y="3360737"/>
            <a:ext cx="2412365" cy="9588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-10" b="1">
                <a:solidFill>
                  <a:srgbClr val="DFD4DE"/>
                </a:solidFill>
                <a:latin typeface="Georgia"/>
                <a:cs typeface="Georgia"/>
              </a:rPr>
              <a:t>MoodEntry</a:t>
            </a:r>
            <a:endParaRPr sz="1850">
              <a:latin typeface="Georgia"/>
              <a:cs typeface="Georgia"/>
            </a:endParaRPr>
          </a:p>
          <a:p>
            <a:pPr marL="12700" marR="5080">
              <a:lnSpc>
                <a:spcPct val="125200"/>
              </a:lnSpc>
              <a:spcBef>
                <a:spcPts val="890"/>
              </a:spcBef>
            </a:pPr>
            <a:r>
              <a:rPr dirty="0" sz="1400">
                <a:solidFill>
                  <a:srgbClr val="DFD4DE"/>
                </a:solidFill>
                <a:latin typeface="Tahoma"/>
                <a:cs typeface="Tahoma"/>
              </a:rPr>
              <a:t>id,</a:t>
            </a:r>
            <a:r>
              <a:rPr dirty="0" sz="1400" spc="85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DFD4DE"/>
                </a:solidFill>
                <a:latin typeface="Tahoma"/>
                <a:cs typeface="Tahoma"/>
              </a:rPr>
              <a:t>user_id,</a:t>
            </a:r>
            <a:r>
              <a:rPr dirty="0" sz="1400" spc="130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DFD4DE"/>
                </a:solidFill>
                <a:latin typeface="Tahoma"/>
                <a:cs typeface="Tahoma"/>
              </a:rPr>
              <a:t>date,</a:t>
            </a:r>
            <a:r>
              <a:rPr dirty="0" sz="1400" spc="25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DFD4DE"/>
                </a:solidFill>
                <a:latin typeface="Tahoma"/>
                <a:cs typeface="Tahoma"/>
              </a:rPr>
              <a:t>mood</a:t>
            </a:r>
            <a:r>
              <a:rPr dirty="0" sz="1400" spc="165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400" spc="-50">
                <a:solidFill>
                  <a:srgbClr val="DFD4DE"/>
                </a:solidFill>
                <a:latin typeface="Tahoma"/>
                <a:cs typeface="Tahoma"/>
              </a:rPr>
              <a:t>(1–5), </a:t>
            </a:r>
            <a:r>
              <a:rPr dirty="0" sz="1400">
                <a:solidFill>
                  <a:srgbClr val="DFD4DE"/>
                </a:solidFill>
                <a:latin typeface="Tahoma"/>
                <a:cs typeface="Tahoma"/>
              </a:rPr>
              <a:t>note</a:t>
            </a:r>
            <a:r>
              <a:rPr dirty="0" sz="1400" spc="60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DFD4DE"/>
                </a:solidFill>
                <a:latin typeface="Tahoma"/>
                <a:cs typeface="Tahoma"/>
              </a:rPr>
              <a:t>+save(),</a:t>
            </a:r>
            <a:r>
              <a:rPr dirty="0" sz="1400" spc="80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DFD4DE"/>
                </a:solidFill>
                <a:latin typeface="Tahoma"/>
                <a:cs typeface="Tahoma"/>
              </a:rPr>
              <a:t>+getByDate()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7553325" y="4962525"/>
            <a:ext cx="2971165" cy="1351915"/>
            <a:chOff x="7553325" y="4962525"/>
            <a:chExt cx="2971165" cy="1351915"/>
          </a:xfrm>
        </p:grpSpPr>
        <p:sp>
          <p:nvSpPr>
            <p:cNvPr id="14" name="object 14" descr=""/>
            <p:cNvSpPr/>
            <p:nvPr/>
          </p:nvSpPr>
          <p:spPr>
            <a:xfrm>
              <a:off x="7553325" y="4962525"/>
              <a:ext cx="2962275" cy="1343025"/>
            </a:xfrm>
            <a:custGeom>
              <a:avLst/>
              <a:gdLst/>
              <a:ahLst/>
              <a:cxnLst/>
              <a:rect l="l" t="t" r="r" b="b"/>
              <a:pathLst>
                <a:path w="2962275" h="1343025">
                  <a:moveTo>
                    <a:pt x="2886075" y="0"/>
                  </a:moveTo>
                  <a:lnTo>
                    <a:pt x="76073" y="0"/>
                  </a:lnTo>
                  <a:lnTo>
                    <a:pt x="46481" y="5969"/>
                  </a:lnTo>
                  <a:lnTo>
                    <a:pt x="22225" y="22225"/>
                  </a:lnTo>
                  <a:lnTo>
                    <a:pt x="5969" y="46481"/>
                  </a:lnTo>
                  <a:lnTo>
                    <a:pt x="0" y="76073"/>
                  </a:lnTo>
                  <a:lnTo>
                    <a:pt x="0" y="1266825"/>
                  </a:lnTo>
                  <a:lnTo>
                    <a:pt x="5969" y="1296416"/>
                  </a:lnTo>
                  <a:lnTo>
                    <a:pt x="22225" y="1320673"/>
                  </a:lnTo>
                  <a:lnTo>
                    <a:pt x="46481" y="1337056"/>
                  </a:lnTo>
                  <a:lnTo>
                    <a:pt x="76073" y="1343025"/>
                  </a:lnTo>
                  <a:lnTo>
                    <a:pt x="2886075" y="1343025"/>
                  </a:lnTo>
                  <a:lnTo>
                    <a:pt x="2915666" y="1337056"/>
                  </a:lnTo>
                  <a:lnTo>
                    <a:pt x="2939923" y="1320673"/>
                  </a:lnTo>
                  <a:lnTo>
                    <a:pt x="2956305" y="1296416"/>
                  </a:lnTo>
                  <a:lnTo>
                    <a:pt x="2962275" y="1266825"/>
                  </a:lnTo>
                  <a:lnTo>
                    <a:pt x="2962275" y="76073"/>
                  </a:lnTo>
                  <a:lnTo>
                    <a:pt x="2956305" y="46481"/>
                  </a:lnTo>
                  <a:lnTo>
                    <a:pt x="2939923" y="22225"/>
                  </a:lnTo>
                  <a:lnTo>
                    <a:pt x="2915666" y="5969"/>
                  </a:lnTo>
                  <a:lnTo>
                    <a:pt x="2886075" y="0"/>
                  </a:lnTo>
                  <a:close/>
                </a:path>
              </a:pathLst>
            </a:custGeom>
            <a:solidFill>
              <a:srgbClr val="2D1D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7558150" y="4967350"/>
              <a:ext cx="2962275" cy="1343025"/>
            </a:xfrm>
            <a:custGeom>
              <a:avLst/>
              <a:gdLst/>
              <a:ahLst/>
              <a:cxnLst/>
              <a:rect l="l" t="t" r="r" b="b"/>
              <a:pathLst>
                <a:path w="2962275" h="1343025">
                  <a:moveTo>
                    <a:pt x="0" y="76073"/>
                  </a:moveTo>
                  <a:lnTo>
                    <a:pt x="5969" y="46355"/>
                  </a:lnTo>
                  <a:lnTo>
                    <a:pt x="22225" y="22225"/>
                  </a:lnTo>
                  <a:lnTo>
                    <a:pt x="46354" y="5969"/>
                  </a:lnTo>
                  <a:lnTo>
                    <a:pt x="75946" y="0"/>
                  </a:lnTo>
                  <a:lnTo>
                    <a:pt x="2886075" y="0"/>
                  </a:lnTo>
                  <a:lnTo>
                    <a:pt x="2915666" y="5969"/>
                  </a:lnTo>
                  <a:lnTo>
                    <a:pt x="2939923" y="22225"/>
                  </a:lnTo>
                  <a:lnTo>
                    <a:pt x="2956179" y="46355"/>
                  </a:lnTo>
                  <a:lnTo>
                    <a:pt x="2962275" y="76073"/>
                  </a:lnTo>
                  <a:lnTo>
                    <a:pt x="2962275" y="1266825"/>
                  </a:lnTo>
                  <a:lnTo>
                    <a:pt x="2956179" y="1296416"/>
                  </a:lnTo>
                  <a:lnTo>
                    <a:pt x="2939923" y="1320673"/>
                  </a:lnTo>
                  <a:lnTo>
                    <a:pt x="2915666" y="1336929"/>
                  </a:lnTo>
                  <a:lnTo>
                    <a:pt x="2886075" y="1343025"/>
                  </a:lnTo>
                  <a:lnTo>
                    <a:pt x="75946" y="1343025"/>
                  </a:lnTo>
                  <a:lnTo>
                    <a:pt x="46354" y="1336929"/>
                  </a:lnTo>
                  <a:lnTo>
                    <a:pt x="22225" y="1320673"/>
                  </a:lnTo>
                  <a:lnTo>
                    <a:pt x="5969" y="1296416"/>
                  </a:lnTo>
                  <a:lnTo>
                    <a:pt x="0" y="1266825"/>
                  </a:lnTo>
                  <a:lnTo>
                    <a:pt x="0" y="76073"/>
                  </a:lnTo>
                  <a:close/>
                </a:path>
              </a:pathLst>
            </a:custGeom>
            <a:ln w="7620">
              <a:solidFill>
                <a:srgbClr val="46367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7731759" y="5122862"/>
            <a:ext cx="1891030" cy="9874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-10" b="1">
                <a:solidFill>
                  <a:srgbClr val="DFD4DE"/>
                </a:solidFill>
                <a:latin typeface="Georgia"/>
                <a:cs typeface="Georgia"/>
              </a:rPr>
              <a:t>Habit</a:t>
            </a:r>
            <a:endParaRPr sz="18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535"/>
              </a:spcBef>
            </a:pPr>
            <a:r>
              <a:rPr dirty="0" sz="1400">
                <a:solidFill>
                  <a:srgbClr val="DFD4DE"/>
                </a:solidFill>
                <a:latin typeface="Tahoma"/>
                <a:cs typeface="Tahoma"/>
              </a:rPr>
              <a:t>id,</a:t>
            </a:r>
            <a:r>
              <a:rPr dirty="0" sz="1400" spc="50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DFD4DE"/>
                </a:solidFill>
                <a:latin typeface="Tahoma"/>
                <a:cs typeface="Tahoma"/>
              </a:rPr>
              <a:t>user_id,</a:t>
            </a:r>
            <a:r>
              <a:rPr dirty="0" sz="1400" spc="90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DFD4DE"/>
                </a:solidFill>
                <a:latin typeface="Tahoma"/>
                <a:cs typeface="Tahoma"/>
              </a:rPr>
              <a:t>name,</a:t>
            </a:r>
            <a:r>
              <a:rPr dirty="0" sz="1400" spc="60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DFD4DE"/>
                </a:solidFill>
                <a:latin typeface="Tahoma"/>
                <a:cs typeface="Tahoma"/>
              </a:rPr>
              <a:t>type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dirty="0" sz="1400">
                <a:solidFill>
                  <a:srgbClr val="DFD4DE"/>
                </a:solidFill>
                <a:latin typeface="Tahoma"/>
                <a:cs typeface="Tahoma"/>
              </a:rPr>
              <a:t>+create(),</a:t>
            </a:r>
            <a:r>
              <a:rPr dirty="0" sz="1400" spc="70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DFD4DE"/>
                </a:solidFill>
                <a:latin typeface="Tahoma"/>
                <a:cs typeface="Tahoma"/>
              </a:rPr>
              <a:t>+delete()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10658475" y="4962525"/>
            <a:ext cx="2961640" cy="1351915"/>
            <a:chOff x="10658475" y="4962525"/>
            <a:chExt cx="2961640" cy="1351915"/>
          </a:xfrm>
        </p:grpSpPr>
        <p:sp>
          <p:nvSpPr>
            <p:cNvPr id="18" name="object 18" descr=""/>
            <p:cNvSpPr/>
            <p:nvPr/>
          </p:nvSpPr>
          <p:spPr>
            <a:xfrm>
              <a:off x="10658475" y="4962525"/>
              <a:ext cx="2952750" cy="1343025"/>
            </a:xfrm>
            <a:custGeom>
              <a:avLst/>
              <a:gdLst/>
              <a:ahLst/>
              <a:cxnLst/>
              <a:rect l="l" t="t" r="r" b="b"/>
              <a:pathLst>
                <a:path w="2952750" h="1343025">
                  <a:moveTo>
                    <a:pt x="2876550" y="0"/>
                  </a:moveTo>
                  <a:lnTo>
                    <a:pt x="76073" y="0"/>
                  </a:lnTo>
                  <a:lnTo>
                    <a:pt x="46481" y="5969"/>
                  </a:lnTo>
                  <a:lnTo>
                    <a:pt x="22225" y="22225"/>
                  </a:lnTo>
                  <a:lnTo>
                    <a:pt x="5969" y="46481"/>
                  </a:lnTo>
                  <a:lnTo>
                    <a:pt x="0" y="76073"/>
                  </a:lnTo>
                  <a:lnTo>
                    <a:pt x="0" y="1266825"/>
                  </a:lnTo>
                  <a:lnTo>
                    <a:pt x="5969" y="1296416"/>
                  </a:lnTo>
                  <a:lnTo>
                    <a:pt x="22225" y="1320673"/>
                  </a:lnTo>
                  <a:lnTo>
                    <a:pt x="46481" y="1337056"/>
                  </a:lnTo>
                  <a:lnTo>
                    <a:pt x="76073" y="1343025"/>
                  </a:lnTo>
                  <a:lnTo>
                    <a:pt x="2876550" y="1343025"/>
                  </a:lnTo>
                  <a:lnTo>
                    <a:pt x="2906140" y="1337056"/>
                  </a:lnTo>
                  <a:lnTo>
                    <a:pt x="2930398" y="1320673"/>
                  </a:lnTo>
                  <a:lnTo>
                    <a:pt x="2946780" y="1296416"/>
                  </a:lnTo>
                  <a:lnTo>
                    <a:pt x="2952750" y="1266825"/>
                  </a:lnTo>
                  <a:lnTo>
                    <a:pt x="2952750" y="76073"/>
                  </a:lnTo>
                  <a:lnTo>
                    <a:pt x="2946780" y="46481"/>
                  </a:lnTo>
                  <a:lnTo>
                    <a:pt x="2930398" y="22225"/>
                  </a:lnTo>
                  <a:lnTo>
                    <a:pt x="2906140" y="5969"/>
                  </a:lnTo>
                  <a:lnTo>
                    <a:pt x="2876550" y="0"/>
                  </a:lnTo>
                  <a:close/>
                </a:path>
              </a:pathLst>
            </a:custGeom>
            <a:solidFill>
              <a:srgbClr val="2D1D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0663300" y="4967350"/>
              <a:ext cx="2952750" cy="1343025"/>
            </a:xfrm>
            <a:custGeom>
              <a:avLst/>
              <a:gdLst/>
              <a:ahLst/>
              <a:cxnLst/>
              <a:rect l="l" t="t" r="r" b="b"/>
              <a:pathLst>
                <a:path w="2952750" h="1343025">
                  <a:moveTo>
                    <a:pt x="0" y="76073"/>
                  </a:moveTo>
                  <a:lnTo>
                    <a:pt x="5969" y="46355"/>
                  </a:lnTo>
                  <a:lnTo>
                    <a:pt x="22225" y="22225"/>
                  </a:lnTo>
                  <a:lnTo>
                    <a:pt x="46354" y="5969"/>
                  </a:lnTo>
                  <a:lnTo>
                    <a:pt x="75946" y="0"/>
                  </a:lnTo>
                  <a:lnTo>
                    <a:pt x="2876550" y="0"/>
                  </a:lnTo>
                  <a:lnTo>
                    <a:pt x="2906141" y="5969"/>
                  </a:lnTo>
                  <a:lnTo>
                    <a:pt x="2930397" y="22225"/>
                  </a:lnTo>
                  <a:lnTo>
                    <a:pt x="2946654" y="46355"/>
                  </a:lnTo>
                  <a:lnTo>
                    <a:pt x="2952750" y="76073"/>
                  </a:lnTo>
                  <a:lnTo>
                    <a:pt x="2952750" y="1266825"/>
                  </a:lnTo>
                  <a:lnTo>
                    <a:pt x="2946654" y="1296416"/>
                  </a:lnTo>
                  <a:lnTo>
                    <a:pt x="2930397" y="1320673"/>
                  </a:lnTo>
                  <a:lnTo>
                    <a:pt x="2906141" y="1336929"/>
                  </a:lnTo>
                  <a:lnTo>
                    <a:pt x="2876550" y="1343025"/>
                  </a:lnTo>
                  <a:lnTo>
                    <a:pt x="75946" y="1343025"/>
                  </a:lnTo>
                  <a:lnTo>
                    <a:pt x="46354" y="1336929"/>
                  </a:lnTo>
                  <a:lnTo>
                    <a:pt x="22225" y="1320673"/>
                  </a:lnTo>
                  <a:lnTo>
                    <a:pt x="5969" y="1296416"/>
                  </a:lnTo>
                  <a:lnTo>
                    <a:pt x="0" y="1266825"/>
                  </a:lnTo>
                  <a:lnTo>
                    <a:pt x="0" y="76073"/>
                  </a:lnTo>
                  <a:close/>
                </a:path>
              </a:pathLst>
            </a:custGeom>
            <a:ln w="7620">
              <a:solidFill>
                <a:srgbClr val="46367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10838433" y="5122862"/>
            <a:ext cx="2350770" cy="9874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-10" b="1">
                <a:solidFill>
                  <a:srgbClr val="DFD4DE"/>
                </a:solidFill>
                <a:latin typeface="Georgia"/>
                <a:cs typeface="Georgia"/>
              </a:rPr>
              <a:t>HabitEntry</a:t>
            </a:r>
            <a:endParaRPr sz="18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535"/>
              </a:spcBef>
            </a:pPr>
            <a:r>
              <a:rPr dirty="0" sz="1400">
                <a:solidFill>
                  <a:srgbClr val="DFD4DE"/>
                </a:solidFill>
                <a:latin typeface="Tahoma"/>
                <a:cs typeface="Tahoma"/>
              </a:rPr>
              <a:t>id,</a:t>
            </a:r>
            <a:r>
              <a:rPr dirty="0" sz="1400" spc="40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DFD4DE"/>
                </a:solidFill>
                <a:latin typeface="Tahoma"/>
                <a:cs typeface="Tahoma"/>
              </a:rPr>
              <a:t>habit_id,</a:t>
            </a:r>
            <a:r>
              <a:rPr dirty="0" sz="1400" spc="60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DFD4DE"/>
                </a:solidFill>
                <a:latin typeface="Tahoma"/>
                <a:cs typeface="Tahoma"/>
              </a:rPr>
              <a:t>date,</a:t>
            </a:r>
            <a:r>
              <a:rPr dirty="0" sz="1400" spc="-15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DFD4DE"/>
                </a:solidFill>
                <a:latin typeface="Tahoma"/>
                <a:cs typeface="Tahoma"/>
              </a:rPr>
              <a:t>completed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dirty="0" sz="1400">
                <a:solidFill>
                  <a:srgbClr val="DFD4DE"/>
                </a:solidFill>
                <a:latin typeface="Tahoma"/>
                <a:cs typeface="Tahoma"/>
              </a:rPr>
              <a:t>+mark(),</a:t>
            </a:r>
            <a:r>
              <a:rPr dirty="0" sz="1400" spc="-80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DFD4DE"/>
                </a:solidFill>
                <a:latin typeface="Tahoma"/>
                <a:cs typeface="Tahoma"/>
              </a:rPr>
              <a:t>+getStats()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9525" y="19050"/>
            <a:ext cx="1857375" cy="534035"/>
            <a:chOff x="9525" y="19050"/>
            <a:chExt cx="1857375" cy="534035"/>
          </a:xfrm>
        </p:grpSpPr>
        <p:sp>
          <p:nvSpPr>
            <p:cNvPr id="22" name="object 22" descr=""/>
            <p:cNvSpPr/>
            <p:nvPr/>
          </p:nvSpPr>
          <p:spPr>
            <a:xfrm>
              <a:off x="9525" y="19050"/>
              <a:ext cx="1847850" cy="523875"/>
            </a:xfrm>
            <a:custGeom>
              <a:avLst/>
              <a:gdLst/>
              <a:ahLst/>
              <a:cxnLst/>
              <a:rect l="l" t="t" r="r" b="b"/>
              <a:pathLst>
                <a:path w="1847850" h="523875">
                  <a:moveTo>
                    <a:pt x="1847850" y="0"/>
                  </a:moveTo>
                  <a:lnTo>
                    <a:pt x="0" y="0"/>
                  </a:lnTo>
                  <a:lnTo>
                    <a:pt x="0" y="523875"/>
                  </a:lnTo>
                  <a:lnTo>
                    <a:pt x="1847850" y="523875"/>
                  </a:lnTo>
                  <a:lnTo>
                    <a:pt x="18478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4287" y="23875"/>
              <a:ext cx="1847850" cy="523875"/>
            </a:xfrm>
            <a:custGeom>
              <a:avLst/>
              <a:gdLst/>
              <a:ahLst/>
              <a:cxnLst/>
              <a:rect l="l" t="t" r="r" b="b"/>
              <a:pathLst>
                <a:path w="1847850" h="523875">
                  <a:moveTo>
                    <a:pt x="0" y="523875"/>
                  </a:moveTo>
                  <a:lnTo>
                    <a:pt x="1847850" y="523875"/>
                  </a:lnTo>
                  <a:lnTo>
                    <a:pt x="1847850" y="0"/>
                  </a:lnTo>
                  <a:lnTo>
                    <a:pt x="0" y="0"/>
                  </a:lnTo>
                  <a:lnTo>
                    <a:pt x="0" y="5238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2307" y="688721"/>
            <a:ext cx="5436870" cy="6438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50" spc="-10"/>
              <a:t>Архитектура</a:t>
            </a:r>
            <a:r>
              <a:rPr dirty="0" sz="4050" spc="-180"/>
              <a:t> </a:t>
            </a:r>
            <a:r>
              <a:rPr dirty="0" sz="4050" spc="-10"/>
              <a:t>системы</a:t>
            </a:r>
            <a:endParaRPr sz="40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5325" y="3000375"/>
            <a:ext cx="8439150" cy="314325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491869" y="3136097"/>
            <a:ext cx="1711325" cy="643255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marL="993140">
              <a:lnSpc>
                <a:spcPct val="100000"/>
              </a:lnSpc>
              <a:spcBef>
                <a:spcPts val="990"/>
              </a:spcBef>
            </a:pPr>
            <a:r>
              <a:rPr dirty="0" sz="1550" spc="-10" b="1">
                <a:solidFill>
                  <a:srgbClr val="DFD4DE"/>
                </a:solidFill>
                <a:latin typeface="Cambria"/>
                <a:cs typeface="Cambria"/>
              </a:rPr>
              <a:t>Клиент</a:t>
            </a:r>
            <a:endParaRPr sz="15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dirty="0" sz="1200">
                <a:solidFill>
                  <a:srgbClr val="DFD4DE"/>
                </a:solidFill>
                <a:latin typeface="Tahoma"/>
                <a:cs typeface="Tahoma"/>
              </a:rPr>
              <a:t>Браузер</a:t>
            </a:r>
            <a:r>
              <a:rPr dirty="0" sz="1200" spc="320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DFD4DE"/>
                </a:solidFill>
                <a:latin typeface="Tahoma"/>
                <a:cs typeface="Tahoma"/>
              </a:rPr>
              <a:t>пользователя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100316" y="3631977"/>
            <a:ext cx="1422400" cy="802005"/>
          </a:xfrm>
          <a:prstGeom prst="rect">
            <a:avLst/>
          </a:prstGeom>
        </p:spPr>
        <p:txBody>
          <a:bodyPr wrap="square" lIns="0" tIns="11366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94"/>
              </a:spcBef>
            </a:pPr>
            <a:r>
              <a:rPr dirty="0" sz="1550" spc="-10" b="1">
                <a:solidFill>
                  <a:srgbClr val="DFD4DE"/>
                </a:solidFill>
                <a:latin typeface="Cambria"/>
                <a:cs typeface="Cambria"/>
              </a:rPr>
              <a:t>Фронтенд</a:t>
            </a:r>
            <a:endParaRPr sz="1550">
              <a:latin typeface="Cambria"/>
              <a:cs typeface="Cambria"/>
            </a:endParaRPr>
          </a:p>
          <a:p>
            <a:pPr marL="12700">
              <a:lnSpc>
                <a:spcPts val="1430"/>
              </a:lnSpc>
              <a:spcBef>
                <a:spcPts val="595"/>
              </a:spcBef>
            </a:pPr>
            <a:r>
              <a:rPr dirty="0" sz="1200" spc="65">
                <a:solidFill>
                  <a:srgbClr val="DFD4DE"/>
                </a:solidFill>
                <a:latin typeface="Tahoma"/>
                <a:cs typeface="Tahoma"/>
              </a:rPr>
              <a:t>HTML/CSS/JS</a:t>
            </a:r>
            <a:r>
              <a:rPr dirty="0" sz="1200" spc="145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DFD4DE"/>
                </a:solidFill>
                <a:latin typeface="Tahoma"/>
                <a:cs typeface="Tahoma"/>
              </a:rPr>
              <a:t>порт</a:t>
            </a:r>
            <a:endParaRPr sz="1200">
              <a:latin typeface="Tahoma"/>
              <a:cs typeface="Tahoma"/>
            </a:endParaRPr>
          </a:p>
          <a:p>
            <a:pPr marL="12700">
              <a:lnSpc>
                <a:spcPts val="1430"/>
              </a:lnSpc>
            </a:pPr>
            <a:r>
              <a:rPr dirty="0" sz="1200" spc="25">
                <a:solidFill>
                  <a:srgbClr val="DFD4DE"/>
                </a:solidFill>
                <a:latin typeface="Tahoma"/>
                <a:cs typeface="Tahoma"/>
              </a:rPr>
              <a:t>8080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55039" y="4367731"/>
            <a:ext cx="1801495" cy="643890"/>
          </a:xfrm>
          <a:prstGeom prst="rect">
            <a:avLst/>
          </a:prstGeom>
        </p:spPr>
        <p:txBody>
          <a:bodyPr wrap="square" lIns="0" tIns="126364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994"/>
              </a:spcBef>
            </a:pPr>
            <a:r>
              <a:rPr dirty="0" sz="1550" spc="-25" b="1">
                <a:solidFill>
                  <a:srgbClr val="DFD4DE"/>
                </a:solidFill>
                <a:latin typeface="Georgia"/>
                <a:cs typeface="Georgia"/>
              </a:rPr>
              <a:t>API</a:t>
            </a:r>
            <a:endParaRPr sz="15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dirty="0" sz="1200">
                <a:solidFill>
                  <a:srgbClr val="DFD4DE"/>
                </a:solidFill>
                <a:latin typeface="Tahoma"/>
                <a:cs typeface="Tahoma"/>
              </a:rPr>
              <a:t>Django</a:t>
            </a:r>
            <a:r>
              <a:rPr dirty="0" sz="1200" spc="90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DFD4DE"/>
                </a:solidFill>
                <a:latin typeface="Tahoma"/>
                <a:cs typeface="Tahoma"/>
              </a:rPr>
              <a:t>REST</a:t>
            </a:r>
            <a:r>
              <a:rPr dirty="0" sz="1200" spc="210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DFD4DE"/>
                </a:solidFill>
                <a:latin typeface="Tahoma"/>
                <a:cs typeface="Tahoma"/>
              </a:rPr>
              <a:t>порт</a:t>
            </a:r>
            <a:r>
              <a:rPr dirty="0" sz="1200" spc="125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200" spc="25">
                <a:solidFill>
                  <a:srgbClr val="DFD4DE"/>
                </a:solidFill>
                <a:latin typeface="Tahoma"/>
                <a:cs typeface="Tahoma"/>
              </a:rPr>
              <a:t>8000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100316" y="5164598"/>
            <a:ext cx="1552575" cy="643255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dirty="0" sz="1550" b="1">
                <a:solidFill>
                  <a:srgbClr val="DFD4DE"/>
                </a:solidFill>
                <a:latin typeface="Cambria"/>
                <a:cs typeface="Cambria"/>
              </a:rPr>
              <a:t>База</a:t>
            </a:r>
            <a:r>
              <a:rPr dirty="0" sz="1550" spc="-40" b="1">
                <a:solidFill>
                  <a:srgbClr val="DFD4DE"/>
                </a:solidFill>
                <a:latin typeface="Cambria"/>
                <a:cs typeface="Cambria"/>
              </a:rPr>
              <a:t> </a:t>
            </a:r>
            <a:r>
              <a:rPr dirty="0" sz="1550" spc="-10" b="1">
                <a:solidFill>
                  <a:srgbClr val="DFD4DE"/>
                </a:solidFill>
                <a:latin typeface="Cambria"/>
                <a:cs typeface="Cambria"/>
              </a:rPr>
              <a:t>данных</a:t>
            </a:r>
            <a:endParaRPr sz="15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dirty="0" sz="1200">
                <a:solidFill>
                  <a:srgbClr val="DFD4DE"/>
                </a:solidFill>
                <a:latin typeface="Tahoma"/>
                <a:cs typeface="Tahoma"/>
              </a:rPr>
              <a:t>SQLite</a:t>
            </a:r>
            <a:r>
              <a:rPr dirty="0" sz="1200" spc="30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DFD4DE"/>
                </a:solidFill>
                <a:latin typeface="Tahoma"/>
                <a:cs typeface="Tahoma"/>
              </a:rPr>
              <a:t>→</a:t>
            </a:r>
            <a:r>
              <a:rPr dirty="0" sz="1200" spc="65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DFD4DE"/>
                </a:solidFill>
                <a:latin typeface="Tahoma"/>
                <a:cs typeface="Tahoma"/>
              </a:rPr>
              <a:t>PostgreSQL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9623170" y="1796986"/>
            <a:ext cx="2764155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30" b="1">
                <a:solidFill>
                  <a:srgbClr val="FF88AD"/>
                </a:solidFill>
                <a:latin typeface="Cambria"/>
                <a:cs typeface="Cambria"/>
              </a:rPr>
              <a:t>Технологический</a:t>
            </a:r>
            <a:r>
              <a:rPr dirty="0" sz="2000" spc="35" b="1">
                <a:solidFill>
                  <a:srgbClr val="FF88AD"/>
                </a:solidFill>
                <a:latin typeface="Cambria"/>
                <a:cs typeface="Cambria"/>
              </a:rPr>
              <a:t> </a:t>
            </a:r>
            <a:r>
              <a:rPr dirty="0" sz="2000" spc="-20" b="1">
                <a:solidFill>
                  <a:srgbClr val="FF88AD"/>
                </a:solidFill>
                <a:latin typeface="Cambria"/>
                <a:cs typeface="Cambria"/>
              </a:rPr>
              <a:t>стек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9601200" y="2331720"/>
            <a:ext cx="4354830" cy="1556385"/>
            <a:chOff x="9601200" y="2331720"/>
            <a:chExt cx="4354830" cy="1556385"/>
          </a:xfrm>
        </p:grpSpPr>
        <p:sp>
          <p:nvSpPr>
            <p:cNvPr id="10" name="object 10" descr=""/>
            <p:cNvSpPr/>
            <p:nvPr/>
          </p:nvSpPr>
          <p:spPr>
            <a:xfrm>
              <a:off x="9620250" y="2343150"/>
              <a:ext cx="4324350" cy="1533525"/>
            </a:xfrm>
            <a:custGeom>
              <a:avLst/>
              <a:gdLst/>
              <a:ahLst/>
              <a:cxnLst/>
              <a:rect l="l" t="t" r="r" b="b"/>
              <a:pathLst>
                <a:path w="4324350" h="1533525">
                  <a:moveTo>
                    <a:pt x="4214748" y="0"/>
                  </a:moveTo>
                  <a:lnTo>
                    <a:pt x="109600" y="0"/>
                  </a:lnTo>
                  <a:lnTo>
                    <a:pt x="66928" y="8636"/>
                  </a:lnTo>
                  <a:lnTo>
                    <a:pt x="32130" y="32130"/>
                  </a:lnTo>
                  <a:lnTo>
                    <a:pt x="8635" y="66928"/>
                  </a:lnTo>
                  <a:lnTo>
                    <a:pt x="0" y="109600"/>
                  </a:lnTo>
                  <a:lnTo>
                    <a:pt x="0" y="1423924"/>
                  </a:lnTo>
                  <a:lnTo>
                    <a:pt x="8635" y="1466596"/>
                  </a:lnTo>
                  <a:lnTo>
                    <a:pt x="32130" y="1501394"/>
                  </a:lnTo>
                  <a:lnTo>
                    <a:pt x="66928" y="1524889"/>
                  </a:lnTo>
                  <a:lnTo>
                    <a:pt x="109600" y="1533525"/>
                  </a:lnTo>
                  <a:lnTo>
                    <a:pt x="4214748" y="1533525"/>
                  </a:lnTo>
                  <a:lnTo>
                    <a:pt x="4257421" y="1524889"/>
                  </a:lnTo>
                  <a:lnTo>
                    <a:pt x="4292219" y="1501394"/>
                  </a:lnTo>
                  <a:lnTo>
                    <a:pt x="4315713" y="1466596"/>
                  </a:lnTo>
                  <a:lnTo>
                    <a:pt x="4324350" y="1423924"/>
                  </a:lnTo>
                  <a:lnTo>
                    <a:pt x="4324350" y="109600"/>
                  </a:lnTo>
                  <a:lnTo>
                    <a:pt x="4315713" y="66928"/>
                  </a:lnTo>
                  <a:lnTo>
                    <a:pt x="4292219" y="32130"/>
                  </a:lnTo>
                  <a:lnTo>
                    <a:pt x="4257421" y="8636"/>
                  </a:lnTo>
                  <a:lnTo>
                    <a:pt x="4214748" y="0"/>
                  </a:lnTo>
                  <a:close/>
                </a:path>
              </a:pathLst>
            </a:custGeom>
            <a:solidFill>
              <a:srgbClr val="0C0422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9620250" y="2343150"/>
              <a:ext cx="4324350" cy="1533525"/>
            </a:xfrm>
            <a:custGeom>
              <a:avLst/>
              <a:gdLst/>
              <a:ahLst/>
              <a:cxnLst/>
              <a:rect l="l" t="t" r="r" b="b"/>
              <a:pathLst>
                <a:path w="4324350" h="1533525">
                  <a:moveTo>
                    <a:pt x="0" y="109600"/>
                  </a:moveTo>
                  <a:lnTo>
                    <a:pt x="8635" y="66928"/>
                  </a:lnTo>
                  <a:lnTo>
                    <a:pt x="32130" y="32130"/>
                  </a:lnTo>
                  <a:lnTo>
                    <a:pt x="66928" y="8636"/>
                  </a:lnTo>
                  <a:lnTo>
                    <a:pt x="109600" y="0"/>
                  </a:lnTo>
                  <a:lnTo>
                    <a:pt x="4214748" y="0"/>
                  </a:lnTo>
                  <a:lnTo>
                    <a:pt x="4257421" y="8636"/>
                  </a:lnTo>
                  <a:lnTo>
                    <a:pt x="4292219" y="32130"/>
                  </a:lnTo>
                  <a:lnTo>
                    <a:pt x="4315713" y="66928"/>
                  </a:lnTo>
                  <a:lnTo>
                    <a:pt x="4324350" y="109600"/>
                  </a:lnTo>
                  <a:lnTo>
                    <a:pt x="4324350" y="1423924"/>
                  </a:lnTo>
                  <a:lnTo>
                    <a:pt x="4315713" y="1466596"/>
                  </a:lnTo>
                  <a:lnTo>
                    <a:pt x="4292219" y="1501394"/>
                  </a:lnTo>
                  <a:lnTo>
                    <a:pt x="4257421" y="1524889"/>
                  </a:lnTo>
                  <a:lnTo>
                    <a:pt x="4214748" y="1533525"/>
                  </a:lnTo>
                  <a:lnTo>
                    <a:pt x="109600" y="1533525"/>
                  </a:lnTo>
                  <a:lnTo>
                    <a:pt x="66928" y="1524889"/>
                  </a:lnTo>
                  <a:lnTo>
                    <a:pt x="32130" y="1501394"/>
                  </a:lnTo>
                  <a:lnTo>
                    <a:pt x="8635" y="1466596"/>
                  </a:lnTo>
                  <a:lnTo>
                    <a:pt x="0" y="1423924"/>
                  </a:lnTo>
                  <a:lnTo>
                    <a:pt x="0" y="109600"/>
                  </a:lnTo>
                  <a:close/>
                </a:path>
              </a:pathLst>
            </a:custGeom>
            <a:ln w="22860">
              <a:solidFill>
                <a:srgbClr val="46367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01200" y="2343150"/>
              <a:ext cx="95248" cy="1533525"/>
            </a:xfrm>
            <a:prstGeom prst="rect">
              <a:avLst/>
            </a:prstGeom>
          </p:spPr>
        </p:pic>
      </p:grpSp>
      <p:sp>
        <p:nvSpPr>
          <p:cNvPr id="13" name="object 13" descr=""/>
          <p:cNvSpPr txBox="1"/>
          <p:nvPr/>
        </p:nvSpPr>
        <p:spPr>
          <a:xfrm>
            <a:off x="9913366" y="2540698"/>
            <a:ext cx="3105150" cy="106680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10" b="1">
                <a:solidFill>
                  <a:srgbClr val="DFD4DE"/>
                </a:solidFill>
                <a:latin typeface="Georgia"/>
                <a:cs typeface="Georgia"/>
              </a:rPr>
              <a:t>Frontend</a:t>
            </a:r>
            <a:endParaRPr sz="2000">
              <a:latin typeface="Georgia"/>
              <a:cs typeface="Georgia"/>
            </a:endParaRPr>
          </a:p>
          <a:p>
            <a:pPr marL="12700" marR="5080">
              <a:lnSpc>
                <a:spcPct val="125200"/>
              </a:lnSpc>
              <a:spcBef>
                <a:spcPts val="1110"/>
              </a:spcBef>
            </a:pPr>
            <a:r>
              <a:rPr dirty="0" sz="1550">
                <a:solidFill>
                  <a:srgbClr val="DFD4DE"/>
                </a:solidFill>
                <a:latin typeface="Tahoma"/>
                <a:cs typeface="Tahoma"/>
              </a:rPr>
              <a:t>Статика:</a:t>
            </a:r>
            <a:r>
              <a:rPr dirty="0" sz="1550" spc="65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550" spc="60">
                <a:solidFill>
                  <a:srgbClr val="DFD4DE"/>
                </a:solidFill>
                <a:latin typeface="Tahoma"/>
                <a:cs typeface="Tahoma"/>
              </a:rPr>
              <a:t>HTML,</a:t>
            </a:r>
            <a:r>
              <a:rPr dirty="0" sz="1550" spc="150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550" spc="80">
                <a:solidFill>
                  <a:srgbClr val="DFD4DE"/>
                </a:solidFill>
                <a:latin typeface="Tahoma"/>
                <a:cs typeface="Tahoma"/>
              </a:rPr>
              <a:t>CSS,</a:t>
            </a:r>
            <a:r>
              <a:rPr dirty="0" sz="1550" spc="150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550" spc="35">
                <a:solidFill>
                  <a:srgbClr val="DFD4DE"/>
                </a:solidFill>
                <a:latin typeface="Tahoma"/>
                <a:cs typeface="Tahoma"/>
              </a:rPr>
              <a:t>JavaScript, </a:t>
            </a:r>
            <a:r>
              <a:rPr dirty="0" sz="1550" spc="-10">
                <a:solidFill>
                  <a:srgbClr val="DFD4DE"/>
                </a:solidFill>
                <a:latin typeface="Tahoma"/>
                <a:cs typeface="Tahoma"/>
              </a:rPr>
              <a:t>Chart.js</a:t>
            </a:r>
            <a:endParaRPr sz="1550">
              <a:latin typeface="Tahoma"/>
              <a:cs typeface="Tahoma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9601200" y="4036695"/>
            <a:ext cx="4354830" cy="1565910"/>
            <a:chOff x="9601200" y="4036695"/>
            <a:chExt cx="4354830" cy="1565910"/>
          </a:xfrm>
        </p:grpSpPr>
        <p:sp>
          <p:nvSpPr>
            <p:cNvPr id="15" name="object 15" descr=""/>
            <p:cNvSpPr/>
            <p:nvPr/>
          </p:nvSpPr>
          <p:spPr>
            <a:xfrm>
              <a:off x="9620250" y="4048125"/>
              <a:ext cx="4324350" cy="1543050"/>
            </a:xfrm>
            <a:custGeom>
              <a:avLst/>
              <a:gdLst/>
              <a:ahLst/>
              <a:cxnLst/>
              <a:rect l="l" t="t" r="r" b="b"/>
              <a:pathLst>
                <a:path w="4324350" h="1543050">
                  <a:moveTo>
                    <a:pt x="4214113" y="0"/>
                  </a:moveTo>
                  <a:lnTo>
                    <a:pt x="110235" y="0"/>
                  </a:lnTo>
                  <a:lnTo>
                    <a:pt x="67309" y="8636"/>
                  </a:lnTo>
                  <a:lnTo>
                    <a:pt x="32257" y="32258"/>
                  </a:lnTo>
                  <a:lnTo>
                    <a:pt x="8635" y="67310"/>
                  </a:lnTo>
                  <a:lnTo>
                    <a:pt x="0" y="110236"/>
                  </a:lnTo>
                  <a:lnTo>
                    <a:pt x="0" y="1432814"/>
                  </a:lnTo>
                  <a:lnTo>
                    <a:pt x="8635" y="1475739"/>
                  </a:lnTo>
                  <a:lnTo>
                    <a:pt x="32257" y="1510792"/>
                  </a:lnTo>
                  <a:lnTo>
                    <a:pt x="67309" y="1534414"/>
                  </a:lnTo>
                  <a:lnTo>
                    <a:pt x="110235" y="1543050"/>
                  </a:lnTo>
                  <a:lnTo>
                    <a:pt x="4214113" y="1543050"/>
                  </a:lnTo>
                  <a:lnTo>
                    <a:pt x="4257040" y="1534414"/>
                  </a:lnTo>
                  <a:lnTo>
                    <a:pt x="4292092" y="1510792"/>
                  </a:lnTo>
                  <a:lnTo>
                    <a:pt x="4315713" y="1475739"/>
                  </a:lnTo>
                  <a:lnTo>
                    <a:pt x="4324350" y="1432814"/>
                  </a:lnTo>
                  <a:lnTo>
                    <a:pt x="4324350" y="110236"/>
                  </a:lnTo>
                  <a:lnTo>
                    <a:pt x="4315713" y="67310"/>
                  </a:lnTo>
                  <a:lnTo>
                    <a:pt x="4292092" y="32258"/>
                  </a:lnTo>
                  <a:lnTo>
                    <a:pt x="4257040" y="8636"/>
                  </a:lnTo>
                  <a:lnTo>
                    <a:pt x="4214113" y="0"/>
                  </a:lnTo>
                  <a:close/>
                </a:path>
              </a:pathLst>
            </a:custGeom>
            <a:solidFill>
              <a:srgbClr val="0C0422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9620250" y="4048125"/>
              <a:ext cx="4324350" cy="1543050"/>
            </a:xfrm>
            <a:custGeom>
              <a:avLst/>
              <a:gdLst/>
              <a:ahLst/>
              <a:cxnLst/>
              <a:rect l="l" t="t" r="r" b="b"/>
              <a:pathLst>
                <a:path w="4324350" h="1543050">
                  <a:moveTo>
                    <a:pt x="0" y="110236"/>
                  </a:moveTo>
                  <a:lnTo>
                    <a:pt x="8635" y="67310"/>
                  </a:lnTo>
                  <a:lnTo>
                    <a:pt x="32257" y="32258"/>
                  </a:lnTo>
                  <a:lnTo>
                    <a:pt x="67309" y="8636"/>
                  </a:lnTo>
                  <a:lnTo>
                    <a:pt x="110235" y="0"/>
                  </a:lnTo>
                  <a:lnTo>
                    <a:pt x="4214113" y="0"/>
                  </a:lnTo>
                  <a:lnTo>
                    <a:pt x="4257040" y="8636"/>
                  </a:lnTo>
                  <a:lnTo>
                    <a:pt x="4292092" y="32258"/>
                  </a:lnTo>
                  <a:lnTo>
                    <a:pt x="4315713" y="67310"/>
                  </a:lnTo>
                  <a:lnTo>
                    <a:pt x="4324350" y="110236"/>
                  </a:lnTo>
                  <a:lnTo>
                    <a:pt x="4324350" y="1432814"/>
                  </a:lnTo>
                  <a:lnTo>
                    <a:pt x="4315713" y="1475739"/>
                  </a:lnTo>
                  <a:lnTo>
                    <a:pt x="4292092" y="1510792"/>
                  </a:lnTo>
                  <a:lnTo>
                    <a:pt x="4257040" y="1534414"/>
                  </a:lnTo>
                  <a:lnTo>
                    <a:pt x="4214113" y="1543050"/>
                  </a:lnTo>
                  <a:lnTo>
                    <a:pt x="110235" y="1543050"/>
                  </a:lnTo>
                  <a:lnTo>
                    <a:pt x="67309" y="1534414"/>
                  </a:lnTo>
                  <a:lnTo>
                    <a:pt x="32257" y="1510792"/>
                  </a:lnTo>
                  <a:lnTo>
                    <a:pt x="8635" y="1475739"/>
                  </a:lnTo>
                  <a:lnTo>
                    <a:pt x="0" y="1432814"/>
                  </a:lnTo>
                  <a:lnTo>
                    <a:pt x="0" y="110236"/>
                  </a:lnTo>
                  <a:close/>
                </a:path>
              </a:pathLst>
            </a:custGeom>
            <a:ln w="22860">
              <a:solidFill>
                <a:srgbClr val="46367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01200" y="4048125"/>
              <a:ext cx="95248" cy="1543050"/>
            </a:xfrm>
            <a:prstGeom prst="rect">
              <a:avLst/>
            </a:prstGeom>
          </p:spPr>
        </p:pic>
      </p:grpSp>
      <p:sp>
        <p:nvSpPr>
          <p:cNvPr id="18" name="object 18" descr=""/>
          <p:cNvSpPr txBox="1"/>
          <p:nvPr/>
        </p:nvSpPr>
        <p:spPr>
          <a:xfrm>
            <a:off x="9913366" y="4254182"/>
            <a:ext cx="3678554" cy="106680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10" b="1">
                <a:solidFill>
                  <a:srgbClr val="DFD4DE"/>
                </a:solidFill>
                <a:latin typeface="Georgia"/>
                <a:cs typeface="Georgia"/>
              </a:rPr>
              <a:t>Backend</a:t>
            </a:r>
            <a:endParaRPr sz="20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580"/>
              </a:spcBef>
            </a:pPr>
            <a:r>
              <a:rPr dirty="0" sz="1550">
                <a:solidFill>
                  <a:srgbClr val="DFD4DE"/>
                </a:solidFill>
                <a:latin typeface="Tahoma"/>
                <a:cs typeface="Tahoma"/>
              </a:rPr>
              <a:t>Django,</a:t>
            </a:r>
            <a:r>
              <a:rPr dirty="0" sz="1550" spc="-10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DFD4DE"/>
                </a:solidFill>
                <a:latin typeface="Tahoma"/>
                <a:cs typeface="Tahoma"/>
              </a:rPr>
              <a:t>Django </a:t>
            </a:r>
            <a:r>
              <a:rPr dirty="0" sz="1550" spc="55">
                <a:solidFill>
                  <a:srgbClr val="DFD4DE"/>
                </a:solidFill>
                <a:latin typeface="Tahoma"/>
                <a:cs typeface="Tahoma"/>
              </a:rPr>
              <a:t>REST</a:t>
            </a:r>
            <a:r>
              <a:rPr dirty="0" sz="1550" spc="120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550" spc="45">
                <a:solidFill>
                  <a:srgbClr val="DFD4DE"/>
                </a:solidFill>
                <a:latin typeface="Tahoma"/>
                <a:cs typeface="Tahoma"/>
              </a:rPr>
              <a:t>Framework,</a:t>
            </a:r>
            <a:r>
              <a:rPr dirty="0" sz="1550" spc="55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550" spc="70">
                <a:solidFill>
                  <a:srgbClr val="DFD4DE"/>
                </a:solidFill>
                <a:latin typeface="Tahoma"/>
                <a:cs typeface="Tahoma"/>
              </a:rPr>
              <a:t>JWT-</a:t>
            </a:r>
            <a:endParaRPr sz="1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dirty="0" sz="1550" spc="-10">
                <a:solidFill>
                  <a:srgbClr val="DFD4DE"/>
                </a:solidFill>
                <a:latin typeface="Tahoma"/>
                <a:cs typeface="Tahoma"/>
              </a:rPr>
              <a:t>токены</a:t>
            </a:r>
            <a:endParaRPr sz="1550">
              <a:latin typeface="Tahoma"/>
              <a:cs typeface="Tahoma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9601200" y="5751195"/>
            <a:ext cx="4354830" cy="1556385"/>
            <a:chOff x="9601200" y="5751195"/>
            <a:chExt cx="4354830" cy="1556385"/>
          </a:xfrm>
        </p:grpSpPr>
        <p:sp>
          <p:nvSpPr>
            <p:cNvPr id="20" name="object 20" descr=""/>
            <p:cNvSpPr/>
            <p:nvPr/>
          </p:nvSpPr>
          <p:spPr>
            <a:xfrm>
              <a:off x="9620250" y="5762625"/>
              <a:ext cx="4324350" cy="1533525"/>
            </a:xfrm>
            <a:custGeom>
              <a:avLst/>
              <a:gdLst/>
              <a:ahLst/>
              <a:cxnLst/>
              <a:rect l="l" t="t" r="r" b="b"/>
              <a:pathLst>
                <a:path w="4324350" h="1533525">
                  <a:moveTo>
                    <a:pt x="4214748" y="0"/>
                  </a:moveTo>
                  <a:lnTo>
                    <a:pt x="109600" y="0"/>
                  </a:lnTo>
                  <a:lnTo>
                    <a:pt x="66928" y="8636"/>
                  </a:lnTo>
                  <a:lnTo>
                    <a:pt x="32130" y="32131"/>
                  </a:lnTo>
                  <a:lnTo>
                    <a:pt x="8635" y="66929"/>
                  </a:lnTo>
                  <a:lnTo>
                    <a:pt x="0" y="109600"/>
                  </a:lnTo>
                  <a:lnTo>
                    <a:pt x="0" y="1423974"/>
                  </a:lnTo>
                  <a:lnTo>
                    <a:pt x="8635" y="1466621"/>
                  </a:lnTo>
                  <a:lnTo>
                    <a:pt x="32130" y="1501432"/>
                  </a:lnTo>
                  <a:lnTo>
                    <a:pt x="66928" y="1524914"/>
                  </a:lnTo>
                  <a:lnTo>
                    <a:pt x="109600" y="1533525"/>
                  </a:lnTo>
                  <a:lnTo>
                    <a:pt x="4214748" y="1533525"/>
                  </a:lnTo>
                  <a:lnTo>
                    <a:pt x="4257421" y="1524914"/>
                  </a:lnTo>
                  <a:lnTo>
                    <a:pt x="4292219" y="1501432"/>
                  </a:lnTo>
                  <a:lnTo>
                    <a:pt x="4315713" y="1466621"/>
                  </a:lnTo>
                  <a:lnTo>
                    <a:pt x="4324350" y="1423974"/>
                  </a:lnTo>
                  <a:lnTo>
                    <a:pt x="4324350" y="109600"/>
                  </a:lnTo>
                  <a:lnTo>
                    <a:pt x="4315713" y="66929"/>
                  </a:lnTo>
                  <a:lnTo>
                    <a:pt x="4292219" y="32131"/>
                  </a:lnTo>
                  <a:lnTo>
                    <a:pt x="4257421" y="8636"/>
                  </a:lnTo>
                  <a:lnTo>
                    <a:pt x="4214748" y="0"/>
                  </a:lnTo>
                  <a:close/>
                </a:path>
              </a:pathLst>
            </a:custGeom>
            <a:solidFill>
              <a:srgbClr val="0C0422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9620250" y="5762625"/>
              <a:ext cx="4324350" cy="1533525"/>
            </a:xfrm>
            <a:custGeom>
              <a:avLst/>
              <a:gdLst/>
              <a:ahLst/>
              <a:cxnLst/>
              <a:rect l="l" t="t" r="r" b="b"/>
              <a:pathLst>
                <a:path w="4324350" h="1533525">
                  <a:moveTo>
                    <a:pt x="0" y="109600"/>
                  </a:moveTo>
                  <a:lnTo>
                    <a:pt x="8635" y="66929"/>
                  </a:lnTo>
                  <a:lnTo>
                    <a:pt x="32130" y="32131"/>
                  </a:lnTo>
                  <a:lnTo>
                    <a:pt x="66928" y="8636"/>
                  </a:lnTo>
                  <a:lnTo>
                    <a:pt x="109600" y="0"/>
                  </a:lnTo>
                  <a:lnTo>
                    <a:pt x="4214748" y="0"/>
                  </a:lnTo>
                  <a:lnTo>
                    <a:pt x="4257421" y="8636"/>
                  </a:lnTo>
                  <a:lnTo>
                    <a:pt x="4292219" y="32131"/>
                  </a:lnTo>
                  <a:lnTo>
                    <a:pt x="4315713" y="66929"/>
                  </a:lnTo>
                  <a:lnTo>
                    <a:pt x="4324350" y="109600"/>
                  </a:lnTo>
                  <a:lnTo>
                    <a:pt x="4324350" y="1423974"/>
                  </a:lnTo>
                  <a:lnTo>
                    <a:pt x="4315713" y="1466621"/>
                  </a:lnTo>
                  <a:lnTo>
                    <a:pt x="4292219" y="1501432"/>
                  </a:lnTo>
                  <a:lnTo>
                    <a:pt x="4257421" y="1524914"/>
                  </a:lnTo>
                  <a:lnTo>
                    <a:pt x="4214748" y="1533525"/>
                  </a:lnTo>
                  <a:lnTo>
                    <a:pt x="109600" y="1533525"/>
                  </a:lnTo>
                  <a:lnTo>
                    <a:pt x="66928" y="1524914"/>
                  </a:lnTo>
                  <a:lnTo>
                    <a:pt x="32130" y="1501432"/>
                  </a:lnTo>
                  <a:lnTo>
                    <a:pt x="8635" y="1466621"/>
                  </a:lnTo>
                  <a:lnTo>
                    <a:pt x="0" y="1423974"/>
                  </a:lnTo>
                  <a:lnTo>
                    <a:pt x="0" y="109600"/>
                  </a:lnTo>
                  <a:close/>
                </a:path>
              </a:pathLst>
            </a:custGeom>
            <a:ln w="22860">
              <a:solidFill>
                <a:srgbClr val="46367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01200" y="5762625"/>
              <a:ext cx="95248" cy="1533525"/>
            </a:xfrm>
            <a:prstGeom prst="rect">
              <a:avLst/>
            </a:prstGeom>
          </p:spPr>
        </p:pic>
      </p:grpSp>
      <p:sp>
        <p:nvSpPr>
          <p:cNvPr id="23" name="object 23" descr=""/>
          <p:cNvSpPr txBox="1"/>
          <p:nvPr/>
        </p:nvSpPr>
        <p:spPr>
          <a:xfrm>
            <a:off x="9913366" y="5967412"/>
            <a:ext cx="3117215" cy="106680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b="1">
                <a:solidFill>
                  <a:srgbClr val="DFD4DE"/>
                </a:solidFill>
                <a:latin typeface="Cambria"/>
                <a:cs typeface="Cambria"/>
              </a:rPr>
              <a:t>База</a:t>
            </a:r>
            <a:r>
              <a:rPr dirty="0" sz="2000" spc="-55" b="1">
                <a:solidFill>
                  <a:srgbClr val="DFD4DE"/>
                </a:solidFill>
                <a:latin typeface="Cambria"/>
                <a:cs typeface="Cambria"/>
              </a:rPr>
              <a:t> </a:t>
            </a:r>
            <a:r>
              <a:rPr dirty="0" sz="2000" spc="-10" b="1">
                <a:solidFill>
                  <a:srgbClr val="DFD4DE"/>
                </a:solidFill>
                <a:latin typeface="Cambria"/>
                <a:cs typeface="Cambria"/>
              </a:rPr>
              <a:t>данных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580"/>
              </a:spcBef>
            </a:pPr>
            <a:r>
              <a:rPr dirty="0" sz="1550" spc="55">
                <a:solidFill>
                  <a:srgbClr val="DFD4DE"/>
                </a:solidFill>
                <a:latin typeface="Tahoma"/>
                <a:cs typeface="Tahoma"/>
              </a:rPr>
              <a:t>SQLite</a:t>
            </a:r>
            <a:r>
              <a:rPr dirty="0" sz="1550" spc="85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DFD4DE"/>
                </a:solidFill>
                <a:latin typeface="Tahoma"/>
                <a:cs typeface="Tahoma"/>
              </a:rPr>
              <a:t>(локально)</a:t>
            </a:r>
            <a:r>
              <a:rPr dirty="0" sz="1550" spc="30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DFD4DE"/>
                </a:solidFill>
                <a:latin typeface="Tahoma"/>
                <a:cs typeface="Tahoma"/>
              </a:rPr>
              <a:t>→</a:t>
            </a:r>
            <a:r>
              <a:rPr dirty="0" sz="1550" spc="40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550" spc="45">
                <a:solidFill>
                  <a:srgbClr val="DFD4DE"/>
                </a:solidFill>
                <a:latin typeface="Tahoma"/>
                <a:cs typeface="Tahoma"/>
              </a:rPr>
              <a:t>PostgreSQL</a:t>
            </a:r>
            <a:endParaRPr sz="1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1550" spc="-10">
                <a:solidFill>
                  <a:srgbClr val="DFD4DE"/>
                </a:solidFill>
                <a:latin typeface="Tahoma"/>
                <a:cs typeface="Tahoma"/>
              </a:rPr>
              <a:t>(продакшн)</a:t>
            </a:r>
            <a:endParaRPr sz="1550">
              <a:latin typeface="Tahoma"/>
              <a:cs typeface="Tahoma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9525" y="19050"/>
            <a:ext cx="1857375" cy="534035"/>
            <a:chOff x="9525" y="19050"/>
            <a:chExt cx="1857375" cy="534035"/>
          </a:xfrm>
        </p:grpSpPr>
        <p:sp>
          <p:nvSpPr>
            <p:cNvPr id="25" name="object 25" descr=""/>
            <p:cNvSpPr/>
            <p:nvPr/>
          </p:nvSpPr>
          <p:spPr>
            <a:xfrm>
              <a:off x="9525" y="19050"/>
              <a:ext cx="1847850" cy="523875"/>
            </a:xfrm>
            <a:custGeom>
              <a:avLst/>
              <a:gdLst/>
              <a:ahLst/>
              <a:cxnLst/>
              <a:rect l="l" t="t" r="r" b="b"/>
              <a:pathLst>
                <a:path w="1847850" h="523875">
                  <a:moveTo>
                    <a:pt x="1847850" y="0"/>
                  </a:moveTo>
                  <a:lnTo>
                    <a:pt x="0" y="0"/>
                  </a:lnTo>
                  <a:lnTo>
                    <a:pt x="0" y="523875"/>
                  </a:lnTo>
                  <a:lnTo>
                    <a:pt x="1847850" y="523875"/>
                  </a:lnTo>
                  <a:lnTo>
                    <a:pt x="18478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4287" y="23875"/>
              <a:ext cx="1847850" cy="523875"/>
            </a:xfrm>
            <a:custGeom>
              <a:avLst/>
              <a:gdLst/>
              <a:ahLst/>
              <a:cxnLst/>
              <a:rect l="l" t="t" r="r" b="b"/>
              <a:pathLst>
                <a:path w="1847850" h="523875">
                  <a:moveTo>
                    <a:pt x="0" y="523875"/>
                  </a:moveTo>
                  <a:lnTo>
                    <a:pt x="1847850" y="523875"/>
                  </a:lnTo>
                  <a:lnTo>
                    <a:pt x="1847850" y="0"/>
                  </a:lnTo>
                  <a:lnTo>
                    <a:pt x="0" y="0"/>
                  </a:lnTo>
                  <a:lnTo>
                    <a:pt x="0" y="5238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63461" rIns="0" bIns="0" rtlCol="0" vert="horz">
            <a:spAutoFit/>
          </a:bodyPr>
          <a:lstStyle/>
          <a:p>
            <a:pPr marL="4900295">
              <a:lnSpc>
                <a:spcPct val="100000"/>
              </a:lnSpc>
              <a:spcBef>
                <a:spcPts val="100"/>
              </a:spcBef>
            </a:pPr>
            <a:r>
              <a:rPr dirty="0" sz="2700"/>
              <a:t>Бэклог</a:t>
            </a:r>
            <a:r>
              <a:rPr dirty="0" sz="2700" spc="-120"/>
              <a:t> </a:t>
            </a:r>
            <a:r>
              <a:rPr dirty="0" sz="2700" spc="-10"/>
              <a:t>проекта</a:t>
            </a:r>
            <a:endParaRPr sz="2700"/>
          </a:p>
        </p:txBody>
      </p:sp>
      <p:grpSp>
        <p:nvGrpSpPr>
          <p:cNvPr id="3" name="object 3" descr=""/>
          <p:cNvGrpSpPr/>
          <p:nvPr/>
        </p:nvGrpSpPr>
        <p:grpSpPr>
          <a:xfrm>
            <a:off x="9525" y="19050"/>
            <a:ext cx="1857375" cy="534035"/>
            <a:chOff x="9525" y="19050"/>
            <a:chExt cx="1857375" cy="534035"/>
          </a:xfrm>
        </p:grpSpPr>
        <p:sp>
          <p:nvSpPr>
            <p:cNvPr id="4" name="object 4" descr=""/>
            <p:cNvSpPr/>
            <p:nvPr/>
          </p:nvSpPr>
          <p:spPr>
            <a:xfrm>
              <a:off x="9525" y="19050"/>
              <a:ext cx="1847850" cy="523875"/>
            </a:xfrm>
            <a:custGeom>
              <a:avLst/>
              <a:gdLst/>
              <a:ahLst/>
              <a:cxnLst/>
              <a:rect l="l" t="t" r="r" b="b"/>
              <a:pathLst>
                <a:path w="1847850" h="523875">
                  <a:moveTo>
                    <a:pt x="1847850" y="0"/>
                  </a:moveTo>
                  <a:lnTo>
                    <a:pt x="0" y="0"/>
                  </a:lnTo>
                  <a:lnTo>
                    <a:pt x="0" y="523875"/>
                  </a:lnTo>
                  <a:lnTo>
                    <a:pt x="1847850" y="523875"/>
                  </a:lnTo>
                  <a:lnTo>
                    <a:pt x="18478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4287" y="23875"/>
              <a:ext cx="1847850" cy="523875"/>
            </a:xfrm>
            <a:custGeom>
              <a:avLst/>
              <a:gdLst/>
              <a:ahLst/>
              <a:cxnLst/>
              <a:rect l="l" t="t" r="r" b="b"/>
              <a:pathLst>
                <a:path w="1847850" h="523875">
                  <a:moveTo>
                    <a:pt x="0" y="523875"/>
                  </a:moveTo>
                  <a:lnTo>
                    <a:pt x="1847850" y="523875"/>
                  </a:lnTo>
                  <a:lnTo>
                    <a:pt x="1847850" y="0"/>
                  </a:lnTo>
                  <a:lnTo>
                    <a:pt x="0" y="0"/>
                  </a:lnTo>
                  <a:lnTo>
                    <a:pt x="0" y="5238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67050" y="847725"/>
            <a:ext cx="7639050" cy="71818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6415" y="765809"/>
            <a:ext cx="1175385" cy="19145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12700">
              <a:lnSpc>
                <a:spcPct val="100000"/>
              </a:lnSpc>
              <a:spcBef>
                <a:spcPts val="100"/>
              </a:spcBef>
            </a:pPr>
            <a:r>
              <a:rPr dirty="0" sz="950">
                <a:latin typeface="Calibri"/>
                <a:cs typeface="Calibri"/>
              </a:rPr>
              <a:t>1.</a:t>
            </a:r>
            <a:r>
              <a:rPr dirty="0" sz="950" spc="19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Аналиэ</a:t>
            </a:r>
            <a:r>
              <a:rPr dirty="0" sz="950" spc="185"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F3F3F"/>
                </a:solidFill>
                <a:latin typeface="Calibri"/>
                <a:cs typeface="Calibri"/>
              </a:rPr>
              <a:t>т</a:t>
            </a:r>
            <a:r>
              <a:rPr dirty="0" sz="950" spc="-2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рекерВв</a:t>
            </a: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55"/>
              </a:spcBef>
            </a:pP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950" spc="45">
                <a:latin typeface="Calibri"/>
                <a:cs typeface="Calibri"/>
              </a:rPr>
              <a:t>Проектирование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БД</a:t>
            </a: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35"/>
              </a:spcBef>
            </a:pPr>
            <a:endParaRPr sz="950">
              <a:latin typeface="Calibri"/>
              <a:cs typeface="Calibri"/>
            </a:endParaRPr>
          </a:p>
          <a:p>
            <a:pPr algn="r" marL="130810" marR="10795" indent="-130810">
              <a:lnSpc>
                <a:spcPct val="100000"/>
              </a:lnSpc>
              <a:buClr>
                <a:srgbClr val="3F3F3F"/>
              </a:buClr>
              <a:buAutoNum type="arabicPeriod" startAt="3"/>
              <a:tabLst>
                <a:tab pos="130810" algn="l"/>
              </a:tabLst>
            </a:pPr>
            <a:r>
              <a:rPr dirty="0" sz="900">
                <a:latin typeface="Calibri"/>
                <a:cs typeface="Calibri"/>
              </a:rPr>
              <a:t>Модели</a:t>
            </a:r>
            <a:r>
              <a:rPr dirty="0" sz="900" spc="320">
                <a:latin typeface="Calibri"/>
                <a:cs typeface="Calibri"/>
              </a:rPr>
              <a:t> </a:t>
            </a:r>
            <a:r>
              <a:rPr dirty="0" sz="900" spc="50">
                <a:latin typeface="Calibri"/>
                <a:cs typeface="Calibri"/>
              </a:rPr>
              <a:t>Django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AutoNum type="arabicPeriod" startAt="3"/>
            </a:pP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5"/>
              </a:spcBef>
              <a:buAutoNum type="arabicPeriod" startAt="3"/>
            </a:pPr>
            <a:endParaRPr sz="900">
              <a:latin typeface="Calibri"/>
              <a:cs typeface="Calibri"/>
            </a:endParaRPr>
          </a:p>
          <a:p>
            <a:pPr algn="r" marL="131445" marR="14604" indent="-131445">
              <a:lnSpc>
                <a:spcPct val="100000"/>
              </a:lnSpc>
              <a:spcBef>
                <a:spcPts val="5"/>
              </a:spcBef>
              <a:buAutoNum type="arabicPeriod" startAt="3"/>
              <a:tabLst>
                <a:tab pos="131445" algn="l"/>
              </a:tabLst>
            </a:pPr>
            <a:r>
              <a:rPr dirty="0" sz="950">
                <a:solidFill>
                  <a:srgbClr val="0F0F0F"/>
                </a:solidFill>
                <a:latin typeface="Calibri"/>
                <a:cs typeface="Calibri"/>
              </a:rPr>
              <a:t>DRГ</a:t>
            </a:r>
            <a:r>
              <a:rPr dirty="0" sz="950">
                <a:solidFill>
                  <a:srgbClr val="1F1F1F"/>
                </a:solidFill>
                <a:latin typeface="Calibri"/>
                <a:cs typeface="Calibri"/>
              </a:rPr>
              <a:t>4</a:t>
            </a:r>
            <a:r>
              <a:rPr dirty="0" sz="950" spc="254">
                <a:solidFill>
                  <a:srgbClr val="1F1F1F"/>
                </a:solidFill>
                <a:latin typeface="Calibri"/>
                <a:cs typeface="Calibri"/>
              </a:rPr>
              <a:t>  </a:t>
            </a:r>
            <a:r>
              <a:rPr dirty="0" sz="950" spc="-10">
                <a:latin typeface="Calibri"/>
                <a:cs typeface="Calibri"/>
              </a:rPr>
              <a:t>токены</a:t>
            </a: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  <a:buAutoNum type="arabicPeriod" startAt="3"/>
            </a:pP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AutoNum type="arabicPeriod" startAt="3"/>
            </a:pPr>
            <a:endParaRPr sz="950">
              <a:latin typeface="Calibri"/>
              <a:cs typeface="Calibri"/>
            </a:endParaRPr>
          </a:p>
          <a:p>
            <a:pPr marL="642620" indent="-134620">
              <a:lnSpc>
                <a:spcPct val="100000"/>
              </a:lnSpc>
              <a:buClr>
                <a:srgbClr val="111111"/>
              </a:buClr>
              <a:buAutoNum type="arabicPeriod" startAt="3"/>
              <a:tabLst>
                <a:tab pos="642620" algn="l"/>
              </a:tabLst>
            </a:pPr>
            <a:r>
              <a:rPr dirty="0" sz="850" spc="105">
                <a:latin typeface="Calibri"/>
                <a:cs typeface="Calibri"/>
              </a:rPr>
              <a:t>CRUD</a:t>
            </a:r>
            <a:r>
              <a:rPr dirty="0" sz="850" spc="35">
                <a:latin typeface="Calibri"/>
                <a:cs typeface="Calibri"/>
              </a:rPr>
              <a:t> </a:t>
            </a:r>
            <a:r>
              <a:rPr dirty="0" sz="850" spc="55">
                <a:latin typeface="Calibri"/>
                <a:cs typeface="Calibri"/>
              </a:rPr>
              <a:t>API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7240" y="2938779"/>
            <a:ext cx="119507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10">
                <a:latin typeface="Calibri"/>
                <a:cs typeface="Calibri"/>
              </a:rPr>
              <a:t>6.</a:t>
            </a:r>
            <a:r>
              <a:rPr dirty="0" sz="1000" spc="55">
                <a:latin typeface="Calibri"/>
                <a:cs typeface="Calibri"/>
              </a:rPr>
              <a:t> </a:t>
            </a:r>
            <a:r>
              <a:rPr dirty="0" sz="1000" spc="10">
                <a:latin typeface="Calibri"/>
                <a:cs typeface="Calibri"/>
              </a:rPr>
              <a:t>Верст</a:t>
            </a:r>
            <a:r>
              <a:rPr dirty="0" sz="1000" spc="-105">
                <a:latin typeface="Calibri"/>
                <a:cs typeface="Calibri"/>
              </a:rPr>
              <a:t> </a:t>
            </a:r>
            <a:r>
              <a:rPr dirty="0" sz="1000" spc="10">
                <a:solidFill>
                  <a:srgbClr val="2F2F2F"/>
                </a:solidFill>
                <a:latin typeface="Calibri"/>
                <a:cs typeface="Calibri"/>
              </a:rPr>
              <a:t>к</a:t>
            </a:r>
            <a:r>
              <a:rPr dirty="0" sz="1000" spc="10">
                <a:solidFill>
                  <a:srgbClr val="151515"/>
                </a:solidFill>
                <a:latin typeface="Calibri"/>
                <a:cs typeface="Calibri"/>
              </a:rPr>
              <a:t>а</a:t>
            </a:r>
            <a:r>
              <a:rPr dirty="0" sz="1000" spc="145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HTIЧUC</a:t>
            </a:r>
            <a:r>
              <a:rPr dirty="0" sz="1000" spc="-80">
                <a:latin typeface="Calibri"/>
                <a:cs typeface="Calibri"/>
              </a:rPr>
              <a:t> </a:t>
            </a:r>
            <a:r>
              <a:rPr dirty="0" sz="1000" spc="-25">
                <a:solidFill>
                  <a:srgbClr val="181818"/>
                </a:solidFill>
                <a:latin typeface="Calibri"/>
                <a:cs typeface="Calibri"/>
              </a:rPr>
              <a:t>SS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-20947" y="3384041"/>
            <a:ext cx="1249680" cy="1038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69925">
              <a:lnSpc>
                <a:spcPct val="100000"/>
              </a:lnSpc>
              <a:spcBef>
                <a:spcPts val="100"/>
              </a:spcBef>
            </a:pPr>
            <a:r>
              <a:rPr dirty="0" sz="950">
                <a:latin typeface="Calibri"/>
                <a:cs typeface="Calibri"/>
              </a:rPr>
              <a:t>7.</a:t>
            </a:r>
            <a:r>
              <a:rPr dirty="0" sz="950" spc="30"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131313"/>
                </a:solidFill>
                <a:latin typeface="Calibri"/>
                <a:cs typeface="Calibri"/>
              </a:rPr>
              <a:t>JS</a:t>
            </a:r>
            <a:r>
              <a:rPr dirty="0" sz="950" spc="204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5E5E5E"/>
                </a:solidFill>
                <a:latin typeface="Calibri"/>
                <a:cs typeface="Calibri"/>
              </a:rPr>
              <a:t>+</a:t>
            </a:r>
            <a:r>
              <a:rPr dirty="0" sz="950" spc="225">
                <a:solidFill>
                  <a:srgbClr val="5E5E5E"/>
                </a:solidFill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API</a:t>
            </a: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000">
                <a:latin typeface="Calibri"/>
                <a:cs typeface="Calibri"/>
              </a:rPr>
              <a:t>ізация</a:t>
            </a:r>
            <a:r>
              <a:rPr dirty="0" sz="1000" spc="8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и</a:t>
            </a:r>
            <a:r>
              <a:rPr dirty="0" sz="1000" spc="13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регистрация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80"/>
              </a:spcBef>
            </a:pPr>
            <a:endParaRPr sz="1000">
              <a:latin typeface="Calibri"/>
              <a:cs typeface="Calibri"/>
            </a:endParaRPr>
          </a:p>
          <a:p>
            <a:pPr marL="156210">
              <a:lnSpc>
                <a:spcPct val="100000"/>
              </a:lnSpc>
              <a:spcBef>
                <a:spcPts val="5"/>
              </a:spcBef>
            </a:pPr>
            <a:r>
              <a:rPr dirty="0" sz="950">
                <a:solidFill>
                  <a:srgbClr val="161616"/>
                </a:solidFill>
                <a:latin typeface="Calibri"/>
                <a:cs typeface="Calibri"/>
              </a:rPr>
              <a:t>9.</a:t>
            </a:r>
            <a:r>
              <a:rPr dirty="0" sz="950" spc="75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latin typeface="Calibri"/>
                <a:cs typeface="Calibri"/>
              </a:rPr>
              <a:t>Графики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Chart.js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-17235" y="4691634"/>
            <a:ext cx="123317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10">
                <a:latin typeface="Calibri"/>
                <a:cs typeface="Calibri"/>
              </a:rPr>
              <a:t>эти</a:t>
            </a:r>
            <a:r>
              <a:rPr dirty="0" sz="950" spc="10">
                <a:solidFill>
                  <a:srgbClr val="232323"/>
                </a:solidFill>
                <a:latin typeface="Calibri"/>
                <a:cs typeface="Calibri"/>
              </a:rPr>
              <a:t>с</a:t>
            </a:r>
            <a:r>
              <a:rPr dirty="0" sz="950" spc="-75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dirty="0" sz="950" spc="50">
                <a:latin typeface="Calibri"/>
                <a:cs typeface="Calibri"/>
              </a:rPr>
              <a:t>тика</a:t>
            </a:r>
            <a:r>
              <a:rPr dirty="0" sz="950" spc="15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(дни/время)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-178" y="5115052"/>
            <a:ext cx="1223645" cy="615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1000" spc="10">
                <a:latin typeface="Calibri"/>
                <a:cs typeface="Calibri"/>
              </a:rPr>
              <a:t>еильтрация</a:t>
            </a:r>
            <a:r>
              <a:rPr dirty="0" sz="1000" spc="135">
                <a:latin typeface="Calibri"/>
                <a:cs typeface="Calibri"/>
              </a:rPr>
              <a:t>  </a:t>
            </a:r>
            <a:r>
              <a:rPr dirty="0" sz="1000" spc="-10">
                <a:latin typeface="Calibri"/>
                <a:cs typeface="Calibri"/>
              </a:rPr>
              <a:t>записей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85"/>
              </a:spcBef>
            </a:pPr>
            <a:endParaRPr sz="1000">
              <a:latin typeface="Calibri"/>
              <a:cs typeface="Calibri"/>
            </a:endParaRPr>
          </a:p>
          <a:p>
            <a:pPr algn="r" marR="8890">
              <a:lnSpc>
                <a:spcPct val="100000"/>
              </a:lnSpc>
            </a:pPr>
            <a:r>
              <a:rPr dirty="0" sz="950" spc="60">
                <a:latin typeface="Calibri"/>
                <a:cs typeface="Calibri"/>
              </a:rPr>
              <a:t>Система</a:t>
            </a:r>
            <a:r>
              <a:rPr dirty="0" sz="950" spc="12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привычек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-4177" y="5992876"/>
            <a:ext cx="122872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latin typeface="Calibri"/>
                <a:cs typeface="Calibri"/>
              </a:rPr>
              <a:t>тирование</a:t>
            </a:r>
            <a:r>
              <a:rPr dirty="0" sz="1000" spc="210"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4F4F4F"/>
                </a:solidFill>
                <a:latin typeface="Calibri"/>
                <a:cs typeface="Calibri"/>
              </a:rPr>
              <a:t>и</a:t>
            </a:r>
            <a:r>
              <a:rPr dirty="0" sz="1000" spc="35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отладка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50784" y="6428994"/>
            <a:ext cx="1071880" cy="10483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1590">
              <a:lnSpc>
                <a:spcPct val="100000"/>
              </a:lnSpc>
              <a:spcBef>
                <a:spcPts val="100"/>
              </a:spcBef>
            </a:pPr>
            <a:r>
              <a:rPr dirty="0" sz="950">
                <a:latin typeface="Calibri"/>
                <a:cs typeface="Calibri"/>
              </a:rPr>
              <a:t>L4</a:t>
            </a:r>
            <a:r>
              <a:rPr dirty="0" sz="950" spc="150">
                <a:latin typeface="Calibri"/>
                <a:cs typeface="Calibri"/>
              </a:rPr>
              <a:t>  </a:t>
            </a:r>
            <a:r>
              <a:rPr dirty="0" sz="950" spc="-10">
                <a:latin typeface="Calibri"/>
                <a:cs typeface="Calibri"/>
              </a:rPr>
              <a:t>Документация</a:t>
            </a: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55"/>
              </a:spcBef>
            </a:pPr>
            <a:endParaRPr sz="950">
              <a:latin typeface="Calibri"/>
              <a:cs typeface="Calibri"/>
            </a:endParaRPr>
          </a:p>
          <a:p>
            <a:pPr algn="r" marR="9525">
              <a:lnSpc>
                <a:spcPct val="100000"/>
              </a:lnSpc>
            </a:pPr>
            <a:r>
              <a:rPr dirty="0" sz="950">
                <a:solidFill>
                  <a:srgbClr val="484848"/>
                </a:solidFill>
                <a:latin typeface="Calibri"/>
                <a:cs typeface="Calibri"/>
              </a:rPr>
              <a:t>15.</a:t>
            </a:r>
            <a:r>
              <a:rPr dirty="0" sz="950" spc="19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Презентация</a:t>
            </a: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55"/>
              </a:spcBef>
            </a:pPr>
            <a:endParaRPr sz="950">
              <a:latin typeface="Calibri"/>
              <a:cs typeface="Calibri"/>
            </a:endParaRPr>
          </a:p>
          <a:p>
            <a:pPr algn="r" marR="5080">
              <a:lnSpc>
                <a:spcPct val="100000"/>
              </a:lnSpc>
            </a:pPr>
            <a:r>
              <a:rPr dirty="0" sz="950">
                <a:solidFill>
                  <a:srgbClr val="424242"/>
                </a:solidFill>
                <a:latin typeface="Calibri"/>
                <a:cs typeface="Calibri"/>
              </a:rPr>
              <a:t>16</a:t>
            </a:r>
            <a:r>
              <a:rPr dirty="0" sz="950" spc="37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dirty="0" sz="950" spc="65">
                <a:latin typeface="Calibri"/>
                <a:cs typeface="Calibri"/>
              </a:rPr>
              <a:t>Сдача</a:t>
            </a:r>
            <a:r>
              <a:rPr dirty="0" sz="950" spc="105">
                <a:latin typeface="Calibri"/>
                <a:cs typeface="Calibri"/>
              </a:rPr>
              <a:t> </a:t>
            </a:r>
            <a:r>
              <a:rPr dirty="0" sz="950" spc="45">
                <a:latin typeface="Calibri"/>
                <a:cs typeface="Calibri"/>
              </a:rPr>
              <a:t>проекта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703373" y="2920491"/>
            <a:ext cx="13716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solidFill>
                  <a:srgbClr val="1A1A1A"/>
                </a:solidFill>
                <a:latin typeface="Calibri"/>
                <a:cs typeface="Calibri"/>
              </a:rPr>
              <a:t>ss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061624" y="-44704"/>
            <a:ext cx="5161280" cy="443230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marL="1490345" marR="5080" indent="-1478280">
              <a:lnSpc>
                <a:spcPts val="1490"/>
              </a:lnSpc>
              <a:spcBef>
                <a:spcPts val="405"/>
              </a:spcBef>
              <a:tabLst>
                <a:tab pos="2799080" algn="l"/>
                <a:tab pos="3211830" algn="l"/>
              </a:tabLst>
            </a:pPr>
            <a:r>
              <a:rPr dirty="0" sz="1500" spc="105">
                <a:latin typeface="Calibri"/>
                <a:cs typeface="Calibri"/>
              </a:rPr>
              <a:t>Диаграм</a:t>
            </a:r>
            <a:r>
              <a:rPr dirty="0" sz="1500" spc="-70">
                <a:latin typeface="Calibri"/>
                <a:cs typeface="Calibri"/>
              </a:rPr>
              <a:t> </a:t>
            </a:r>
            <a:r>
              <a:rPr dirty="0" sz="1500" spc="120">
                <a:latin typeface="Calibri"/>
                <a:cs typeface="Calibri"/>
              </a:rPr>
              <a:t>ма</a:t>
            </a:r>
            <a:r>
              <a:rPr dirty="0" sz="1500" spc="15">
                <a:latin typeface="Calibri"/>
                <a:cs typeface="Calibri"/>
              </a:rPr>
              <a:t> </a:t>
            </a:r>
            <a:r>
              <a:rPr dirty="0" sz="1500" spc="175">
                <a:latin typeface="Calibri"/>
                <a:cs typeface="Calibri"/>
              </a:rPr>
              <a:t>Ганта</a:t>
            </a:r>
            <a:r>
              <a:rPr dirty="0" sz="1500" spc="4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—</a:t>
            </a:r>
            <a:r>
              <a:rPr dirty="0" sz="1500" spc="180">
                <a:latin typeface="Calibri"/>
                <a:cs typeface="Calibri"/>
              </a:rPr>
              <a:t> </a:t>
            </a:r>
            <a:r>
              <a:rPr dirty="0" sz="1500" spc="120">
                <a:latin typeface="Calibri"/>
                <a:cs typeface="Calibri"/>
              </a:rPr>
              <a:t>Дневник</a:t>
            </a:r>
            <a:r>
              <a:rPr dirty="0" sz="1500" spc="190">
                <a:latin typeface="Calibri"/>
                <a:cs typeface="Calibri"/>
              </a:rPr>
              <a:t> </a:t>
            </a:r>
            <a:r>
              <a:rPr dirty="0" sz="1500" spc="125">
                <a:latin typeface="Calibri"/>
                <a:cs typeface="Calibri"/>
              </a:rPr>
              <a:t>настроения</a:t>
            </a:r>
            <a:r>
              <a:rPr dirty="0" sz="1500" spc="170">
                <a:latin typeface="Calibri"/>
                <a:cs typeface="Calibri"/>
              </a:rPr>
              <a:t> </a:t>
            </a:r>
            <a:r>
              <a:rPr dirty="0" sz="1500" spc="135">
                <a:latin typeface="Calibri"/>
                <a:cs typeface="Calibri"/>
              </a:rPr>
              <a:t>и</a:t>
            </a:r>
            <a:r>
              <a:rPr dirty="0" sz="1500" spc="125">
                <a:latin typeface="Calibri"/>
                <a:cs typeface="Calibri"/>
              </a:rPr>
              <a:t> привычек 3</a:t>
            </a:r>
            <a:r>
              <a:rPr dirty="0" sz="1500" spc="215">
                <a:latin typeface="Calibri"/>
                <a:cs typeface="Calibri"/>
              </a:rPr>
              <a:t> </a:t>
            </a:r>
            <a:r>
              <a:rPr dirty="0" sz="1500" spc="125">
                <a:latin typeface="Calibri"/>
                <a:cs typeface="Calibri"/>
              </a:rPr>
              <a:t>марта</a:t>
            </a:r>
            <a:r>
              <a:rPr dirty="0" sz="1500" spc="100">
                <a:latin typeface="Calibri"/>
                <a:cs typeface="Calibri"/>
              </a:rPr>
              <a:t> </a:t>
            </a:r>
            <a:r>
              <a:rPr dirty="0" sz="1500" spc="-670">
                <a:latin typeface="Calibri"/>
                <a:cs typeface="Calibri"/>
              </a:rPr>
              <a:t>—</a:t>
            </a:r>
            <a:r>
              <a:rPr dirty="0" sz="1500" spc="-370">
                <a:latin typeface="Calibri"/>
                <a:cs typeface="Calibri"/>
              </a:rPr>
              <a:t>•</a:t>
            </a:r>
            <a:r>
              <a:rPr dirty="0" sz="1500" spc="210">
                <a:latin typeface="Calibri"/>
                <a:cs typeface="Calibri"/>
              </a:rPr>
              <a:t> </a:t>
            </a:r>
            <a:r>
              <a:rPr dirty="0" sz="1500" spc="-405">
                <a:latin typeface="Calibri"/>
                <a:cs typeface="Calibri"/>
              </a:rPr>
              <a:t>29</a:t>
            </a:r>
            <a:r>
              <a:rPr dirty="0" sz="1500">
                <a:latin typeface="Calibri"/>
                <a:cs typeface="Calibri"/>
              </a:rPr>
              <a:t>	</a:t>
            </a:r>
            <a:r>
              <a:rPr dirty="0" sz="1500" spc="-420">
                <a:latin typeface="Calibri"/>
                <a:cs typeface="Calibri"/>
              </a:rPr>
              <a:t>мая</a:t>
            </a:r>
            <a:r>
              <a:rPr dirty="0" sz="1500">
                <a:latin typeface="Calibri"/>
                <a:cs typeface="Calibri"/>
              </a:rPr>
              <a:t>	</a:t>
            </a:r>
            <a:r>
              <a:rPr dirty="0" sz="1500" spc="114">
                <a:latin typeface="Calibri"/>
                <a:cs typeface="Calibri"/>
              </a:rPr>
              <a:t>2026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7884590" y="4692396"/>
            <a:ext cx="34861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65">
                <a:latin typeface="Cambria"/>
                <a:cs typeface="Cambria"/>
              </a:rPr>
              <a:t>kO.</a:t>
            </a:r>
            <a:r>
              <a:rPr dirty="0" sz="800" spc="15">
                <a:latin typeface="Cambria"/>
                <a:cs typeface="Cambria"/>
              </a:rPr>
              <a:t> </a:t>
            </a:r>
            <a:r>
              <a:rPr dirty="0" sz="800" spc="50">
                <a:latin typeface="Cambria"/>
                <a:cs typeface="Cambria"/>
              </a:rPr>
              <a:t>Ст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0301703" y="5996685"/>
            <a:ext cx="29527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70">
                <a:latin typeface="Calibri"/>
                <a:cs typeface="Calibri"/>
              </a:rPr>
              <a:t>13.</a:t>
            </a:r>
            <a:r>
              <a:rPr dirty="0" sz="850" spc="135">
                <a:latin typeface="Calibri"/>
                <a:cs typeface="Calibri"/>
              </a:rPr>
              <a:t> </a:t>
            </a:r>
            <a:r>
              <a:rPr dirty="0" sz="850" spc="30">
                <a:latin typeface="Calibri"/>
                <a:cs typeface="Calibri"/>
              </a:rPr>
              <a:t>Т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4504593" y="481330"/>
            <a:ext cx="13779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45">
                <a:solidFill>
                  <a:srgbClr val="FF2828"/>
                </a:solidFill>
                <a:latin typeface="Calibri"/>
                <a:cs typeface="Calibri"/>
              </a:rPr>
              <a:t>су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0C0422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839700" y="7753348"/>
            <a:ext cx="1724025" cy="4095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5486399" cy="82295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227826" y="615949"/>
            <a:ext cx="3430270" cy="70104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400" spc="-10"/>
              <a:t>Приоритеты</a:t>
            </a:r>
            <a:endParaRPr sz="4400"/>
          </a:p>
        </p:txBody>
      </p:sp>
      <p:grpSp>
        <p:nvGrpSpPr>
          <p:cNvPr id="6" name="object 6" descr=""/>
          <p:cNvGrpSpPr/>
          <p:nvPr/>
        </p:nvGrpSpPr>
        <p:grpSpPr>
          <a:xfrm>
            <a:off x="6217920" y="1664970"/>
            <a:ext cx="7680959" cy="2118360"/>
            <a:chOff x="6217920" y="1664970"/>
            <a:chExt cx="7680959" cy="2118360"/>
          </a:xfrm>
        </p:grpSpPr>
        <p:sp>
          <p:nvSpPr>
            <p:cNvPr id="7" name="object 7" descr=""/>
            <p:cNvSpPr/>
            <p:nvPr/>
          </p:nvSpPr>
          <p:spPr>
            <a:xfrm>
              <a:off x="6229350" y="1676400"/>
              <a:ext cx="7658100" cy="2095500"/>
            </a:xfrm>
            <a:custGeom>
              <a:avLst/>
              <a:gdLst/>
              <a:ahLst/>
              <a:cxnLst/>
              <a:rect l="l" t="t" r="r" b="b"/>
              <a:pathLst>
                <a:path w="7658100" h="2095500">
                  <a:moveTo>
                    <a:pt x="7568311" y="0"/>
                  </a:moveTo>
                  <a:lnTo>
                    <a:pt x="89788" y="0"/>
                  </a:lnTo>
                  <a:lnTo>
                    <a:pt x="54863" y="7111"/>
                  </a:lnTo>
                  <a:lnTo>
                    <a:pt x="26288" y="26289"/>
                  </a:lnTo>
                  <a:lnTo>
                    <a:pt x="7112" y="54863"/>
                  </a:lnTo>
                  <a:lnTo>
                    <a:pt x="0" y="89788"/>
                  </a:lnTo>
                  <a:lnTo>
                    <a:pt x="0" y="2005711"/>
                  </a:lnTo>
                  <a:lnTo>
                    <a:pt x="7112" y="2040636"/>
                  </a:lnTo>
                  <a:lnTo>
                    <a:pt x="26288" y="2069211"/>
                  </a:lnTo>
                  <a:lnTo>
                    <a:pt x="54863" y="2088388"/>
                  </a:lnTo>
                  <a:lnTo>
                    <a:pt x="89788" y="2095500"/>
                  </a:lnTo>
                  <a:lnTo>
                    <a:pt x="7568311" y="2095500"/>
                  </a:lnTo>
                  <a:lnTo>
                    <a:pt x="7603236" y="2088388"/>
                  </a:lnTo>
                  <a:lnTo>
                    <a:pt x="7631811" y="2069211"/>
                  </a:lnTo>
                  <a:lnTo>
                    <a:pt x="7650988" y="2040636"/>
                  </a:lnTo>
                  <a:lnTo>
                    <a:pt x="7658100" y="2005711"/>
                  </a:lnTo>
                  <a:lnTo>
                    <a:pt x="7658100" y="89788"/>
                  </a:lnTo>
                  <a:lnTo>
                    <a:pt x="7650988" y="54863"/>
                  </a:lnTo>
                  <a:lnTo>
                    <a:pt x="7631811" y="26289"/>
                  </a:lnTo>
                  <a:lnTo>
                    <a:pt x="7603236" y="7111"/>
                  </a:lnTo>
                  <a:lnTo>
                    <a:pt x="7568311" y="0"/>
                  </a:lnTo>
                  <a:close/>
                </a:path>
              </a:pathLst>
            </a:custGeom>
            <a:solidFill>
              <a:srgbClr val="0C0422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229350" y="1676400"/>
              <a:ext cx="7658100" cy="2095500"/>
            </a:xfrm>
            <a:custGeom>
              <a:avLst/>
              <a:gdLst/>
              <a:ahLst/>
              <a:cxnLst/>
              <a:rect l="l" t="t" r="r" b="b"/>
              <a:pathLst>
                <a:path w="7658100" h="2095500">
                  <a:moveTo>
                    <a:pt x="0" y="89788"/>
                  </a:moveTo>
                  <a:lnTo>
                    <a:pt x="7112" y="54863"/>
                  </a:lnTo>
                  <a:lnTo>
                    <a:pt x="26288" y="26289"/>
                  </a:lnTo>
                  <a:lnTo>
                    <a:pt x="54863" y="7111"/>
                  </a:lnTo>
                  <a:lnTo>
                    <a:pt x="89788" y="0"/>
                  </a:lnTo>
                  <a:lnTo>
                    <a:pt x="7568311" y="0"/>
                  </a:lnTo>
                  <a:lnTo>
                    <a:pt x="7603236" y="7111"/>
                  </a:lnTo>
                  <a:lnTo>
                    <a:pt x="7631811" y="26289"/>
                  </a:lnTo>
                  <a:lnTo>
                    <a:pt x="7650988" y="54863"/>
                  </a:lnTo>
                  <a:lnTo>
                    <a:pt x="7658100" y="89788"/>
                  </a:lnTo>
                  <a:lnTo>
                    <a:pt x="7658100" y="2005711"/>
                  </a:lnTo>
                  <a:lnTo>
                    <a:pt x="7650988" y="2040636"/>
                  </a:lnTo>
                  <a:lnTo>
                    <a:pt x="7631811" y="2069211"/>
                  </a:lnTo>
                  <a:lnTo>
                    <a:pt x="7603236" y="2088388"/>
                  </a:lnTo>
                  <a:lnTo>
                    <a:pt x="7568311" y="2095500"/>
                  </a:lnTo>
                  <a:lnTo>
                    <a:pt x="89788" y="2095500"/>
                  </a:lnTo>
                  <a:lnTo>
                    <a:pt x="54863" y="2088388"/>
                  </a:lnTo>
                  <a:lnTo>
                    <a:pt x="26288" y="2069211"/>
                  </a:lnTo>
                  <a:lnTo>
                    <a:pt x="7112" y="2040636"/>
                  </a:lnTo>
                  <a:lnTo>
                    <a:pt x="0" y="2005711"/>
                  </a:lnTo>
                  <a:lnTo>
                    <a:pt x="0" y="89788"/>
                  </a:lnTo>
                  <a:close/>
                </a:path>
              </a:pathLst>
            </a:custGeom>
            <a:ln w="22860">
              <a:solidFill>
                <a:srgbClr val="46367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6257925" y="1704975"/>
              <a:ext cx="847725" cy="2038350"/>
            </a:xfrm>
            <a:custGeom>
              <a:avLst/>
              <a:gdLst/>
              <a:ahLst/>
              <a:cxnLst/>
              <a:rect l="l" t="t" r="r" b="b"/>
              <a:pathLst>
                <a:path w="847725" h="2038350">
                  <a:moveTo>
                    <a:pt x="786002" y="0"/>
                  </a:moveTo>
                  <a:lnTo>
                    <a:pt x="61722" y="0"/>
                  </a:lnTo>
                  <a:lnTo>
                    <a:pt x="37719" y="4825"/>
                  </a:lnTo>
                  <a:lnTo>
                    <a:pt x="18034" y="18033"/>
                  </a:lnTo>
                  <a:lnTo>
                    <a:pt x="4825" y="37719"/>
                  </a:lnTo>
                  <a:lnTo>
                    <a:pt x="0" y="61722"/>
                  </a:lnTo>
                  <a:lnTo>
                    <a:pt x="0" y="1976627"/>
                  </a:lnTo>
                  <a:lnTo>
                    <a:pt x="4825" y="2000630"/>
                  </a:lnTo>
                  <a:lnTo>
                    <a:pt x="18034" y="2020189"/>
                  </a:lnTo>
                  <a:lnTo>
                    <a:pt x="37719" y="2033524"/>
                  </a:lnTo>
                  <a:lnTo>
                    <a:pt x="61722" y="2038350"/>
                  </a:lnTo>
                  <a:lnTo>
                    <a:pt x="786002" y="2038350"/>
                  </a:lnTo>
                  <a:lnTo>
                    <a:pt x="810005" y="2033524"/>
                  </a:lnTo>
                  <a:lnTo>
                    <a:pt x="829564" y="2020189"/>
                  </a:lnTo>
                  <a:lnTo>
                    <a:pt x="842899" y="2000630"/>
                  </a:lnTo>
                  <a:lnTo>
                    <a:pt x="847725" y="1976627"/>
                  </a:lnTo>
                  <a:lnTo>
                    <a:pt x="847725" y="61722"/>
                  </a:lnTo>
                  <a:lnTo>
                    <a:pt x="842899" y="37719"/>
                  </a:lnTo>
                  <a:lnTo>
                    <a:pt x="829564" y="18033"/>
                  </a:lnTo>
                  <a:lnTo>
                    <a:pt x="810005" y="4825"/>
                  </a:lnTo>
                  <a:lnTo>
                    <a:pt x="786002" y="0"/>
                  </a:lnTo>
                  <a:close/>
                </a:path>
              </a:pathLst>
            </a:custGeom>
            <a:solidFill>
              <a:srgbClr val="2D1D6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6513830" y="2436177"/>
            <a:ext cx="179705" cy="4032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450" spc="-50" b="1">
                <a:solidFill>
                  <a:srgbClr val="DFD4DE"/>
                </a:solidFill>
                <a:latin typeface="Georgia"/>
                <a:cs typeface="Georgia"/>
              </a:rPr>
              <a:t>1</a:t>
            </a:r>
            <a:endParaRPr sz="2450">
              <a:latin typeface="Georgia"/>
              <a:cs typeface="Georgia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34225" y="1819275"/>
            <a:ext cx="714375" cy="590550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7305420" y="1892236"/>
            <a:ext cx="3237230" cy="148844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450850">
              <a:lnSpc>
                <a:spcPct val="100000"/>
              </a:lnSpc>
              <a:spcBef>
                <a:spcPts val="125"/>
              </a:spcBef>
            </a:pPr>
            <a:r>
              <a:rPr dirty="0" sz="2150" spc="-10" b="1">
                <a:solidFill>
                  <a:srgbClr val="DFD4DE"/>
                </a:solidFill>
                <a:latin typeface="Cambria"/>
                <a:cs typeface="Cambria"/>
              </a:rPr>
              <a:t>Высокий</a:t>
            </a:r>
            <a:endParaRPr sz="2150">
              <a:latin typeface="Cambria"/>
              <a:cs typeface="Cambria"/>
            </a:endParaRPr>
          </a:p>
          <a:p>
            <a:pPr marL="354330" indent="-341630">
              <a:lnSpc>
                <a:spcPct val="100000"/>
              </a:lnSpc>
              <a:spcBef>
                <a:spcPts val="1675"/>
              </a:spcBef>
              <a:buChar char="•"/>
              <a:tabLst>
                <a:tab pos="354330" algn="l"/>
              </a:tabLst>
            </a:pPr>
            <a:r>
              <a:rPr dirty="0" sz="1650" spc="45">
                <a:solidFill>
                  <a:srgbClr val="DFD4DE"/>
                </a:solidFill>
                <a:latin typeface="Tahoma"/>
                <a:cs typeface="Tahoma"/>
              </a:rPr>
              <a:t>Регистрация</a:t>
            </a:r>
            <a:r>
              <a:rPr dirty="0" sz="1650" spc="125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DFD4DE"/>
                </a:solidFill>
                <a:latin typeface="Tahoma"/>
                <a:cs typeface="Tahoma"/>
              </a:rPr>
              <a:t>и</a:t>
            </a:r>
            <a:r>
              <a:rPr dirty="0" sz="1650" spc="-25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650" spc="-10">
                <a:solidFill>
                  <a:srgbClr val="DFD4DE"/>
                </a:solidFill>
                <a:latin typeface="Tahoma"/>
                <a:cs typeface="Tahoma"/>
              </a:rPr>
              <a:t>авторизация</a:t>
            </a:r>
            <a:endParaRPr sz="1650">
              <a:latin typeface="Tahoma"/>
              <a:cs typeface="Tahoma"/>
            </a:endParaRPr>
          </a:p>
          <a:p>
            <a:pPr marL="354330" indent="-341630">
              <a:lnSpc>
                <a:spcPct val="100000"/>
              </a:lnSpc>
              <a:spcBef>
                <a:spcPts val="650"/>
              </a:spcBef>
              <a:buChar char="•"/>
              <a:tabLst>
                <a:tab pos="354330" algn="l"/>
              </a:tabLst>
            </a:pPr>
            <a:r>
              <a:rPr dirty="0" sz="1650" spc="50">
                <a:solidFill>
                  <a:srgbClr val="DFD4DE"/>
                </a:solidFill>
                <a:latin typeface="Tahoma"/>
                <a:cs typeface="Tahoma"/>
              </a:rPr>
              <a:t>Отметка</a:t>
            </a:r>
            <a:r>
              <a:rPr dirty="0" sz="1650" spc="70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650" spc="-10">
                <a:solidFill>
                  <a:srgbClr val="DFD4DE"/>
                </a:solidFill>
                <a:latin typeface="Tahoma"/>
                <a:cs typeface="Tahoma"/>
              </a:rPr>
              <a:t>настроения</a:t>
            </a:r>
            <a:endParaRPr sz="1650">
              <a:latin typeface="Tahoma"/>
              <a:cs typeface="Tahoma"/>
            </a:endParaRPr>
          </a:p>
          <a:p>
            <a:pPr marL="354330" indent="-341630">
              <a:lnSpc>
                <a:spcPct val="100000"/>
              </a:lnSpc>
              <a:spcBef>
                <a:spcPts val="645"/>
              </a:spcBef>
              <a:buChar char="•"/>
              <a:tabLst>
                <a:tab pos="354330" algn="l"/>
              </a:tabLst>
            </a:pPr>
            <a:r>
              <a:rPr dirty="0" sz="1650" spc="65">
                <a:solidFill>
                  <a:srgbClr val="DFD4DE"/>
                </a:solidFill>
                <a:latin typeface="Tahoma"/>
                <a:cs typeface="Tahoma"/>
              </a:rPr>
              <a:t>Деплой</a:t>
            </a:r>
            <a:r>
              <a:rPr dirty="0" sz="1650" spc="215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DFD4DE"/>
                </a:solidFill>
                <a:latin typeface="Tahoma"/>
                <a:cs typeface="Tahoma"/>
              </a:rPr>
              <a:t>(публичный</a:t>
            </a:r>
            <a:r>
              <a:rPr dirty="0" sz="1650" spc="140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650" spc="-10">
                <a:solidFill>
                  <a:srgbClr val="DFD4DE"/>
                </a:solidFill>
                <a:latin typeface="Tahoma"/>
                <a:cs typeface="Tahoma"/>
              </a:rPr>
              <a:t>доступ)</a:t>
            </a:r>
            <a:endParaRPr sz="1650">
              <a:latin typeface="Tahoma"/>
              <a:cs typeface="Tahoma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6217920" y="3960495"/>
            <a:ext cx="7680959" cy="1708785"/>
            <a:chOff x="6217920" y="3960495"/>
            <a:chExt cx="7680959" cy="1708785"/>
          </a:xfrm>
        </p:grpSpPr>
        <p:sp>
          <p:nvSpPr>
            <p:cNvPr id="14" name="object 14" descr=""/>
            <p:cNvSpPr/>
            <p:nvPr/>
          </p:nvSpPr>
          <p:spPr>
            <a:xfrm>
              <a:off x="6229350" y="3971925"/>
              <a:ext cx="7658100" cy="1685925"/>
            </a:xfrm>
            <a:custGeom>
              <a:avLst/>
              <a:gdLst/>
              <a:ahLst/>
              <a:cxnLst/>
              <a:rect l="l" t="t" r="r" b="b"/>
              <a:pathLst>
                <a:path w="7658100" h="1685925">
                  <a:moveTo>
                    <a:pt x="7568692" y="0"/>
                  </a:moveTo>
                  <a:lnTo>
                    <a:pt x="89408" y="0"/>
                  </a:lnTo>
                  <a:lnTo>
                    <a:pt x="54610" y="6985"/>
                  </a:lnTo>
                  <a:lnTo>
                    <a:pt x="26162" y="26162"/>
                  </a:lnTo>
                  <a:lnTo>
                    <a:pt x="6985" y="54610"/>
                  </a:lnTo>
                  <a:lnTo>
                    <a:pt x="0" y="89408"/>
                  </a:lnTo>
                  <a:lnTo>
                    <a:pt x="0" y="1596517"/>
                  </a:lnTo>
                  <a:lnTo>
                    <a:pt x="6985" y="1631314"/>
                  </a:lnTo>
                  <a:lnTo>
                    <a:pt x="26162" y="1659763"/>
                  </a:lnTo>
                  <a:lnTo>
                    <a:pt x="54610" y="1678939"/>
                  </a:lnTo>
                  <a:lnTo>
                    <a:pt x="89408" y="1685925"/>
                  </a:lnTo>
                  <a:lnTo>
                    <a:pt x="7568692" y="1685925"/>
                  </a:lnTo>
                  <a:lnTo>
                    <a:pt x="7603490" y="1678939"/>
                  </a:lnTo>
                  <a:lnTo>
                    <a:pt x="7631938" y="1659763"/>
                  </a:lnTo>
                  <a:lnTo>
                    <a:pt x="7651115" y="1631314"/>
                  </a:lnTo>
                  <a:lnTo>
                    <a:pt x="7658100" y="1596517"/>
                  </a:lnTo>
                  <a:lnTo>
                    <a:pt x="7658100" y="89408"/>
                  </a:lnTo>
                  <a:lnTo>
                    <a:pt x="7651115" y="54610"/>
                  </a:lnTo>
                  <a:lnTo>
                    <a:pt x="7631938" y="26162"/>
                  </a:lnTo>
                  <a:lnTo>
                    <a:pt x="7603490" y="6985"/>
                  </a:lnTo>
                  <a:lnTo>
                    <a:pt x="7568692" y="0"/>
                  </a:lnTo>
                  <a:close/>
                </a:path>
              </a:pathLst>
            </a:custGeom>
            <a:solidFill>
              <a:srgbClr val="0C0422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6229350" y="3971925"/>
              <a:ext cx="7658100" cy="1685925"/>
            </a:xfrm>
            <a:custGeom>
              <a:avLst/>
              <a:gdLst/>
              <a:ahLst/>
              <a:cxnLst/>
              <a:rect l="l" t="t" r="r" b="b"/>
              <a:pathLst>
                <a:path w="7658100" h="1685925">
                  <a:moveTo>
                    <a:pt x="0" y="89408"/>
                  </a:moveTo>
                  <a:lnTo>
                    <a:pt x="6985" y="54610"/>
                  </a:lnTo>
                  <a:lnTo>
                    <a:pt x="26162" y="26162"/>
                  </a:lnTo>
                  <a:lnTo>
                    <a:pt x="54610" y="6985"/>
                  </a:lnTo>
                  <a:lnTo>
                    <a:pt x="89408" y="0"/>
                  </a:lnTo>
                  <a:lnTo>
                    <a:pt x="7568692" y="0"/>
                  </a:lnTo>
                  <a:lnTo>
                    <a:pt x="7603490" y="6985"/>
                  </a:lnTo>
                  <a:lnTo>
                    <a:pt x="7631938" y="26162"/>
                  </a:lnTo>
                  <a:lnTo>
                    <a:pt x="7651115" y="54610"/>
                  </a:lnTo>
                  <a:lnTo>
                    <a:pt x="7658100" y="89408"/>
                  </a:lnTo>
                  <a:lnTo>
                    <a:pt x="7658100" y="1596517"/>
                  </a:lnTo>
                  <a:lnTo>
                    <a:pt x="7651115" y="1631314"/>
                  </a:lnTo>
                  <a:lnTo>
                    <a:pt x="7631938" y="1659763"/>
                  </a:lnTo>
                  <a:lnTo>
                    <a:pt x="7603490" y="1678939"/>
                  </a:lnTo>
                  <a:lnTo>
                    <a:pt x="7568692" y="1685925"/>
                  </a:lnTo>
                  <a:lnTo>
                    <a:pt x="89408" y="1685925"/>
                  </a:lnTo>
                  <a:lnTo>
                    <a:pt x="54610" y="1678939"/>
                  </a:lnTo>
                  <a:lnTo>
                    <a:pt x="26162" y="1659763"/>
                  </a:lnTo>
                  <a:lnTo>
                    <a:pt x="6985" y="1631314"/>
                  </a:lnTo>
                  <a:lnTo>
                    <a:pt x="0" y="1596517"/>
                  </a:lnTo>
                  <a:lnTo>
                    <a:pt x="0" y="89408"/>
                  </a:lnTo>
                  <a:close/>
                </a:path>
              </a:pathLst>
            </a:custGeom>
            <a:ln w="22860">
              <a:solidFill>
                <a:srgbClr val="46367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6257925" y="3990975"/>
              <a:ext cx="847725" cy="1647825"/>
            </a:xfrm>
            <a:custGeom>
              <a:avLst/>
              <a:gdLst/>
              <a:ahLst/>
              <a:cxnLst/>
              <a:rect l="l" t="t" r="r" b="b"/>
              <a:pathLst>
                <a:path w="847725" h="1647825">
                  <a:moveTo>
                    <a:pt x="786002" y="0"/>
                  </a:moveTo>
                  <a:lnTo>
                    <a:pt x="61722" y="0"/>
                  </a:lnTo>
                  <a:lnTo>
                    <a:pt x="37719" y="4825"/>
                  </a:lnTo>
                  <a:lnTo>
                    <a:pt x="18034" y="18034"/>
                  </a:lnTo>
                  <a:lnTo>
                    <a:pt x="4825" y="37719"/>
                  </a:lnTo>
                  <a:lnTo>
                    <a:pt x="0" y="61722"/>
                  </a:lnTo>
                  <a:lnTo>
                    <a:pt x="0" y="1586102"/>
                  </a:lnTo>
                  <a:lnTo>
                    <a:pt x="4825" y="1610106"/>
                  </a:lnTo>
                  <a:lnTo>
                    <a:pt x="18034" y="1629664"/>
                  </a:lnTo>
                  <a:lnTo>
                    <a:pt x="37719" y="1642999"/>
                  </a:lnTo>
                  <a:lnTo>
                    <a:pt x="61722" y="1647825"/>
                  </a:lnTo>
                  <a:lnTo>
                    <a:pt x="786002" y="1647825"/>
                  </a:lnTo>
                  <a:lnTo>
                    <a:pt x="810005" y="1642999"/>
                  </a:lnTo>
                  <a:lnTo>
                    <a:pt x="829564" y="1629664"/>
                  </a:lnTo>
                  <a:lnTo>
                    <a:pt x="842899" y="1610106"/>
                  </a:lnTo>
                  <a:lnTo>
                    <a:pt x="847725" y="1586102"/>
                  </a:lnTo>
                  <a:lnTo>
                    <a:pt x="847725" y="61722"/>
                  </a:lnTo>
                  <a:lnTo>
                    <a:pt x="842899" y="37719"/>
                  </a:lnTo>
                  <a:lnTo>
                    <a:pt x="829564" y="18034"/>
                  </a:lnTo>
                  <a:lnTo>
                    <a:pt x="810005" y="4825"/>
                  </a:lnTo>
                  <a:lnTo>
                    <a:pt x="786002" y="0"/>
                  </a:lnTo>
                  <a:close/>
                </a:path>
              </a:pathLst>
            </a:custGeom>
            <a:solidFill>
              <a:srgbClr val="2D1D6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6513830" y="4531042"/>
            <a:ext cx="222885" cy="4032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450" spc="-50" b="1">
                <a:solidFill>
                  <a:srgbClr val="DFD4DE"/>
                </a:solidFill>
                <a:latin typeface="Georgia"/>
                <a:cs typeface="Georgia"/>
              </a:rPr>
              <a:t>2</a:t>
            </a:r>
            <a:endParaRPr sz="2450">
              <a:latin typeface="Georgia"/>
              <a:cs typeface="Georgia"/>
            </a:endParaRPr>
          </a:p>
        </p:txBody>
      </p:sp>
      <p:pic>
        <p:nvPicPr>
          <p:cNvPr id="18" name="object 1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34225" y="4105275"/>
            <a:ext cx="714375" cy="600075"/>
          </a:xfrm>
          <a:prstGeom prst="rect">
            <a:avLst/>
          </a:prstGeom>
        </p:spPr>
      </p:pic>
      <p:sp>
        <p:nvSpPr>
          <p:cNvPr id="19" name="object 19" descr=""/>
          <p:cNvSpPr txBox="1"/>
          <p:nvPr/>
        </p:nvSpPr>
        <p:spPr>
          <a:xfrm>
            <a:off x="7305420" y="4187761"/>
            <a:ext cx="4398010" cy="1155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450850">
              <a:lnSpc>
                <a:spcPct val="100000"/>
              </a:lnSpc>
              <a:spcBef>
                <a:spcPts val="125"/>
              </a:spcBef>
            </a:pPr>
            <a:r>
              <a:rPr dirty="0" sz="2150" spc="-10" b="1">
                <a:solidFill>
                  <a:srgbClr val="DFD4DE"/>
                </a:solidFill>
                <a:latin typeface="Cambria"/>
                <a:cs typeface="Cambria"/>
              </a:rPr>
              <a:t>Средний</a:t>
            </a:r>
            <a:endParaRPr sz="2150">
              <a:latin typeface="Cambria"/>
              <a:cs typeface="Cambria"/>
            </a:endParaRPr>
          </a:p>
          <a:p>
            <a:pPr marL="354330" indent="-341630">
              <a:lnSpc>
                <a:spcPct val="100000"/>
              </a:lnSpc>
              <a:spcBef>
                <a:spcPts val="1675"/>
              </a:spcBef>
              <a:buChar char="•"/>
              <a:tabLst>
                <a:tab pos="354330" algn="l"/>
              </a:tabLst>
            </a:pPr>
            <a:r>
              <a:rPr dirty="0" sz="1650" spc="65">
                <a:solidFill>
                  <a:srgbClr val="DFD4DE"/>
                </a:solidFill>
                <a:latin typeface="Tahoma"/>
                <a:cs typeface="Tahoma"/>
              </a:rPr>
              <a:t>Добавление</a:t>
            </a:r>
            <a:r>
              <a:rPr dirty="0" sz="1650" spc="60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DFD4DE"/>
                </a:solidFill>
                <a:latin typeface="Tahoma"/>
                <a:cs typeface="Tahoma"/>
              </a:rPr>
              <a:t>и</a:t>
            </a:r>
            <a:r>
              <a:rPr dirty="0" sz="1650" spc="-40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650" spc="55">
                <a:solidFill>
                  <a:srgbClr val="DFD4DE"/>
                </a:solidFill>
                <a:latin typeface="Tahoma"/>
                <a:cs typeface="Tahoma"/>
              </a:rPr>
              <a:t>управление</a:t>
            </a:r>
            <a:r>
              <a:rPr dirty="0" sz="1650" spc="10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650" spc="-10">
                <a:solidFill>
                  <a:srgbClr val="DFD4DE"/>
                </a:solidFill>
                <a:latin typeface="Tahoma"/>
                <a:cs typeface="Tahoma"/>
              </a:rPr>
              <a:t>привычками</a:t>
            </a:r>
            <a:endParaRPr sz="1650">
              <a:latin typeface="Tahoma"/>
              <a:cs typeface="Tahoma"/>
            </a:endParaRPr>
          </a:p>
          <a:p>
            <a:pPr marL="354330" indent="-341630">
              <a:lnSpc>
                <a:spcPct val="100000"/>
              </a:lnSpc>
              <a:spcBef>
                <a:spcPts val="650"/>
              </a:spcBef>
              <a:buChar char="•"/>
              <a:tabLst>
                <a:tab pos="354330" algn="l"/>
              </a:tabLst>
            </a:pPr>
            <a:r>
              <a:rPr dirty="0" sz="1650">
                <a:solidFill>
                  <a:srgbClr val="DFD4DE"/>
                </a:solidFill>
                <a:latin typeface="Tahoma"/>
                <a:cs typeface="Tahoma"/>
              </a:rPr>
              <a:t>Статистика</a:t>
            </a:r>
            <a:r>
              <a:rPr dirty="0" sz="1650" spc="315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DFD4DE"/>
                </a:solidFill>
                <a:latin typeface="Tahoma"/>
                <a:cs typeface="Tahoma"/>
              </a:rPr>
              <a:t>и</a:t>
            </a:r>
            <a:r>
              <a:rPr dirty="0" sz="1650" spc="155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650" spc="-10">
                <a:solidFill>
                  <a:srgbClr val="DFD4DE"/>
                </a:solidFill>
                <a:latin typeface="Tahoma"/>
                <a:cs typeface="Tahoma"/>
              </a:rPr>
              <a:t>графики</a:t>
            </a:r>
            <a:endParaRPr sz="1650">
              <a:latin typeface="Tahoma"/>
              <a:cs typeface="Tahoma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6217920" y="5846445"/>
            <a:ext cx="7680959" cy="1718310"/>
            <a:chOff x="6217920" y="5846445"/>
            <a:chExt cx="7680959" cy="1718310"/>
          </a:xfrm>
        </p:grpSpPr>
        <p:sp>
          <p:nvSpPr>
            <p:cNvPr id="21" name="object 21" descr=""/>
            <p:cNvSpPr/>
            <p:nvPr/>
          </p:nvSpPr>
          <p:spPr>
            <a:xfrm>
              <a:off x="6229350" y="5857875"/>
              <a:ext cx="7658100" cy="1695450"/>
            </a:xfrm>
            <a:custGeom>
              <a:avLst/>
              <a:gdLst/>
              <a:ahLst/>
              <a:cxnLst/>
              <a:rect l="l" t="t" r="r" b="b"/>
              <a:pathLst>
                <a:path w="7658100" h="1695450">
                  <a:moveTo>
                    <a:pt x="7568184" y="0"/>
                  </a:moveTo>
                  <a:lnTo>
                    <a:pt x="89915" y="0"/>
                  </a:lnTo>
                  <a:lnTo>
                    <a:pt x="54863" y="7112"/>
                  </a:lnTo>
                  <a:lnTo>
                    <a:pt x="26288" y="26288"/>
                  </a:lnTo>
                  <a:lnTo>
                    <a:pt x="7112" y="54863"/>
                  </a:lnTo>
                  <a:lnTo>
                    <a:pt x="0" y="89916"/>
                  </a:lnTo>
                  <a:lnTo>
                    <a:pt x="0" y="1605559"/>
                  </a:lnTo>
                  <a:lnTo>
                    <a:pt x="7112" y="1640547"/>
                  </a:lnTo>
                  <a:lnTo>
                    <a:pt x="26288" y="1669122"/>
                  </a:lnTo>
                  <a:lnTo>
                    <a:pt x="54863" y="1688388"/>
                  </a:lnTo>
                  <a:lnTo>
                    <a:pt x="89915" y="1695450"/>
                  </a:lnTo>
                  <a:lnTo>
                    <a:pt x="7568184" y="1695450"/>
                  </a:lnTo>
                  <a:lnTo>
                    <a:pt x="7603236" y="1688388"/>
                  </a:lnTo>
                  <a:lnTo>
                    <a:pt x="7631811" y="1669122"/>
                  </a:lnTo>
                  <a:lnTo>
                    <a:pt x="7650988" y="1640547"/>
                  </a:lnTo>
                  <a:lnTo>
                    <a:pt x="7658100" y="1605559"/>
                  </a:lnTo>
                  <a:lnTo>
                    <a:pt x="7658100" y="89916"/>
                  </a:lnTo>
                  <a:lnTo>
                    <a:pt x="7650988" y="54863"/>
                  </a:lnTo>
                  <a:lnTo>
                    <a:pt x="7631811" y="26288"/>
                  </a:lnTo>
                  <a:lnTo>
                    <a:pt x="7603236" y="7112"/>
                  </a:lnTo>
                  <a:lnTo>
                    <a:pt x="7568184" y="0"/>
                  </a:lnTo>
                  <a:close/>
                </a:path>
              </a:pathLst>
            </a:custGeom>
            <a:solidFill>
              <a:srgbClr val="0C0422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6229350" y="5857875"/>
              <a:ext cx="7658100" cy="1695450"/>
            </a:xfrm>
            <a:custGeom>
              <a:avLst/>
              <a:gdLst/>
              <a:ahLst/>
              <a:cxnLst/>
              <a:rect l="l" t="t" r="r" b="b"/>
              <a:pathLst>
                <a:path w="7658100" h="1695450">
                  <a:moveTo>
                    <a:pt x="0" y="89916"/>
                  </a:moveTo>
                  <a:lnTo>
                    <a:pt x="7112" y="54863"/>
                  </a:lnTo>
                  <a:lnTo>
                    <a:pt x="26288" y="26288"/>
                  </a:lnTo>
                  <a:lnTo>
                    <a:pt x="54863" y="7112"/>
                  </a:lnTo>
                  <a:lnTo>
                    <a:pt x="89915" y="0"/>
                  </a:lnTo>
                  <a:lnTo>
                    <a:pt x="7568184" y="0"/>
                  </a:lnTo>
                  <a:lnTo>
                    <a:pt x="7603236" y="7112"/>
                  </a:lnTo>
                  <a:lnTo>
                    <a:pt x="7631811" y="26288"/>
                  </a:lnTo>
                  <a:lnTo>
                    <a:pt x="7650988" y="54863"/>
                  </a:lnTo>
                  <a:lnTo>
                    <a:pt x="7658100" y="89916"/>
                  </a:lnTo>
                  <a:lnTo>
                    <a:pt x="7658100" y="1605559"/>
                  </a:lnTo>
                  <a:lnTo>
                    <a:pt x="7650988" y="1640547"/>
                  </a:lnTo>
                  <a:lnTo>
                    <a:pt x="7631811" y="1669122"/>
                  </a:lnTo>
                  <a:lnTo>
                    <a:pt x="7603236" y="1688388"/>
                  </a:lnTo>
                  <a:lnTo>
                    <a:pt x="7568184" y="1695450"/>
                  </a:lnTo>
                  <a:lnTo>
                    <a:pt x="89915" y="1695450"/>
                  </a:lnTo>
                  <a:lnTo>
                    <a:pt x="54863" y="1688388"/>
                  </a:lnTo>
                  <a:lnTo>
                    <a:pt x="26288" y="1669122"/>
                  </a:lnTo>
                  <a:lnTo>
                    <a:pt x="7112" y="1640547"/>
                  </a:lnTo>
                  <a:lnTo>
                    <a:pt x="0" y="1605559"/>
                  </a:lnTo>
                  <a:lnTo>
                    <a:pt x="0" y="89916"/>
                  </a:lnTo>
                  <a:close/>
                </a:path>
              </a:pathLst>
            </a:custGeom>
            <a:ln w="22860">
              <a:solidFill>
                <a:srgbClr val="46367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6257925" y="5886450"/>
              <a:ext cx="847725" cy="1638300"/>
            </a:xfrm>
            <a:custGeom>
              <a:avLst/>
              <a:gdLst/>
              <a:ahLst/>
              <a:cxnLst/>
              <a:rect l="l" t="t" r="r" b="b"/>
              <a:pathLst>
                <a:path w="847725" h="1638300">
                  <a:moveTo>
                    <a:pt x="786002" y="0"/>
                  </a:moveTo>
                  <a:lnTo>
                    <a:pt x="61722" y="0"/>
                  </a:lnTo>
                  <a:lnTo>
                    <a:pt x="37719" y="4825"/>
                  </a:lnTo>
                  <a:lnTo>
                    <a:pt x="18034" y="18033"/>
                  </a:lnTo>
                  <a:lnTo>
                    <a:pt x="4825" y="37718"/>
                  </a:lnTo>
                  <a:lnTo>
                    <a:pt x="0" y="61722"/>
                  </a:lnTo>
                  <a:lnTo>
                    <a:pt x="0" y="1576552"/>
                  </a:lnTo>
                  <a:lnTo>
                    <a:pt x="4825" y="1600581"/>
                  </a:lnTo>
                  <a:lnTo>
                    <a:pt x="18034" y="1620215"/>
                  </a:lnTo>
                  <a:lnTo>
                    <a:pt x="37719" y="1633448"/>
                  </a:lnTo>
                  <a:lnTo>
                    <a:pt x="61722" y="1638300"/>
                  </a:lnTo>
                  <a:lnTo>
                    <a:pt x="786002" y="1638300"/>
                  </a:lnTo>
                  <a:lnTo>
                    <a:pt x="810005" y="1633448"/>
                  </a:lnTo>
                  <a:lnTo>
                    <a:pt x="829564" y="1620215"/>
                  </a:lnTo>
                  <a:lnTo>
                    <a:pt x="842899" y="1600581"/>
                  </a:lnTo>
                  <a:lnTo>
                    <a:pt x="847725" y="1576552"/>
                  </a:lnTo>
                  <a:lnTo>
                    <a:pt x="847725" y="61722"/>
                  </a:lnTo>
                  <a:lnTo>
                    <a:pt x="842899" y="37718"/>
                  </a:lnTo>
                  <a:lnTo>
                    <a:pt x="829564" y="18033"/>
                  </a:lnTo>
                  <a:lnTo>
                    <a:pt x="810005" y="4825"/>
                  </a:lnTo>
                  <a:lnTo>
                    <a:pt x="786002" y="0"/>
                  </a:lnTo>
                  <a:close/>
                </a:path>
              </a:pathLst>
            </a:custGeom>
            <a:solidFill>
              <a:srgbClr val="2D1D6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6513830" y="6424612"/>
            <a:ext cx="222250" cy="4032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450" spc="-50" b="1">
                <a:solidFill>
                  <a:srgbClr val="DFD4DE"/>
                </a:solidFill>
                <a:latin typeface="Georgia"/>
                <a:cs typeface="Georgia"/>
              </a:rPr>
              <a:t>3</a:t>
            </a:r>
            <a:endParaRPr sz="2450">
              <a:latin typeface="Georgia"/>
              <a:cs typeface="Georgia"/>
            </a:endParaRPr>
          </a:p>
        </p:txBody>
      </p:sp>
      <p:pic>
        <p:nvPicPr>
          <p:cNvPr id="25" name="object 25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34225" y="6000750"/>
            <a:ext cx="714375" cy="590550"/>
          </a:xfrm>
          <a:prstGeom prst="rect">
            <a:avLst/>
          </a:prstGeom>
        </p:spPr>
      </p:pic>
      <p:sp>
        <p:nvSpPr>
          <p:cNvPr id="26" name="object 26" descr=""/>
          <p:cNvSpPr txBox="1"/>
          <p:nvPr/>
        </p:nvSpPr>
        <p:spPr>
          <a:xfrm>
            <a:off x="7305420" y="6081712"/>
            <a:ext cx="3303904" cy="114554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450850">
              <a:lnSpc>
                <a:spcPct val="100000"/>
              </a:lnSpc>
              <a:spcBef>
                <a:spcPts val="125"/>
              </a:spcBef>
            </a:pPr>
            <a:r>
              <a:rPr dirty="0" sz="2150" spc="-10" b="1">
                <a:solidFill>
                  <a:srgbClr val="DFD4DE"/>
                </a:solidFill>
                <a:latin typeface="Cambria"/>
                <a:cs typeface="Cambria"/>
              </a:rPr>
              <a:t>Низкий</a:t>
            </a:r>
            <a:endParaRPr sz="2150">
              <a:latin typeface="Cambria"/>
              <a:cs typeface="Cambria"/>
            </a:endParaRPr>
          </a:p>
          <a:p>
            <a:pPr marL="354330" indent="-341630">
              <a:lnSpc>
                <a:spcPct val="100000"/>
              </a:lnSpc>
              <a:spcBef>
                <a:spcPts val="1675"/>
              </a:spcBef>
              <a:buChar char="•"/>
              <a:tabLst>
                <a:tab pos="354330" algn="l"/>
              </a:tabLst>
            </a:pPr>
            <a:r>
              <a:rPr dirty="0" sz="1650">
                <a:solidFill>
                  <a:srgbClr val="DFD4DE"/>
                </a:solidFill>
                <a:latin typeface="Tahoma"/>
                <a:cs typeface="Tahoma"/>
              </a:rPr>
              <a:t>Фильтрация</a:t>
            </a:r>
            <a:r>
              <a:rPr dirty="0" sz="1650" spc="175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650" spc="45">
                <a:solidFill>
                  <a:srgbClr val="DFD4DE"/>
                </a:solidFill>
                <a:latin typeface="Tahoma"/>
                <a:cs typeface="Tahoma"/>
              </a:rPr>
              <a:t>записей</a:t>
            </a:r>
            <a:r>
              <a:rPr dirty="0" sz="1650" spc="155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DFD4DE"/>
                </a:solidFill>
                <a:latin typeface="Tahoma"/>
                <a:cs typeface="Tahoma"/>
              </a:rPr>
              <a:t>по</a:t>
            </a:r>
            <a:r>
              <a:rPr dirty="0" sz="1650" spc="254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650" spc="-20">
                <a:solidFill>
                  <a:srgbClr val="DFD4DE"/>
                </a:solidFill>
                <a:latin typeface="Tahoma"/>
                <a:cs typeface="Tahoma"/>
              </a:rPr>
              <a:t>дате</a:t>
            </a:r>
            <a:endParaRPr sz="1650">
              <a:latin typeface="Tahoma"/>
              <a:cs typeface="Tahoma"/>
            </a:endParaRPr>
          </a:p>
          <a:p>
            <a:pPr marL="354330" indent="-341630">
              <a:lnSpc>
                <a:spcPct val="100000"/>
              </a:lnSpc>
              <a:spcBef>
                <a:spcPts val="575"/>
              </a:spcBef>
              <a:buChar char="•"/>
              <a:tabLst>
                <a:tab pos="354330" algn="l"/>
              </a:tabLst>
            </a:pPr>
            <a:r>
              <a:rPr dirty="0" sz="1650">
                <a:solidFill>
                  <a:srgbClr val="DFD4DE"/>
                </a:solidFill>
                <a:latin typeface="Tahoma"/>
                <a:cs typeface="Tahoma"/>
              </a:rPr>
              <a:t>Фильтрация</a:t>
            </a:r>
            <a:r>
              <a:rPr dirty="0" sz="1650" spc="245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DFD4DE"/>
                </a:solidFill>
                <a:latin typeface="Tahoma"/>
                <a:cs typeface="Tahoma"/>
              </a:rPr>
              <a:t>по</a:t>
            </a:r>
            <a:r>
              <a:rPr dirty="0" sz="1650" spc="235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650" spc="35">
                <a:solidFill>
                  <a:srgbClr val="DFD4DE"/>
                </a:solidFill>
                <a:latin typeface="Tahoma"/>
                <a:cs typeface="Tahoma"/>
              </a:rPr>
              <a:t>настроению</a:t>
            </a:r>
            <a:endParaRPr sz="1650">
              <a:latin typeface="Tahoma"/>
              <a:cs typeface="Tahoma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12763500" y="7677150"/>
            <a:ext cx="1848485" cy="533400"/>
            <a:chOff x="12763500" y="7677150"/>
            <a:chExt cx="1848485" cy="533400"/>
          </a:xfrm>
        </p:grpSpPr>
        <p:sp>
          <p:nvSpPr>
            <p:cNvPr id="28" name="object 28" descr=""/>
            <p:cNvSpPr/>
            <p:nvPr/>
          </p:nvSpPr>
          <p:spPr>
            <a:xfrm>
              <a:off x="12763500" y="7677150"/>
              <a:ext cx="1838325" cy="523875"/>
            </a:xfrm>
            <a:custGeom>
              <a:avLst/>
              <a:gdLst/>
              <a:ahLst/>
              <a:cxnLst/>
              <a:rect l="l" t="t" r="r" b="b"/>
              <a:pathLst>
                <a:path w="1838325" h="523875">
                  <a:moveTo>
                    <a:pt x="1838325" y="0"/>
                  </a:moveTo>
                  <a:lnTo>
                    <a:pt x="0" y="0"/>
                  </a:lnTo>
                  <a:lnTo>
                    <a:pt x="0" y="523875"/>
                  </a:lnTo>
                  <a:lnTo>
                    <a:pt x="1838325" y="523875"/>
                  </a:lnTo>
                  <a:lnTo>
                    <a:pt x="18383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2768325" y="7681912"/>
              <a:ext cx="1838325" cy="523875"/>
            </a:xfrm>
            <a:custGeom>
              <a:avLst/>
              <a:gdLst/>
              <a:ahLst/>
              <a:cxnLst/>
              <a:rect l="l" t="t" r="r" b="b"/>
              <a:pathLst>
                <a:path w="1838325" h="523875">
                  <a:moveTo>
                    <a:pt x="0" y="523875"/>
                  </a:moveTo>
                  <a:lnTo>
                    <a:pt x="1838325" y="523875"/>
                  </a:lnTo>
                  <a:lnTo>
                    <a:pt x="1838325" y="0"/>
                  </a:lnTo>
                  <a:lnTo>
                    <a:pt x="0" y="0"/>
                  </a:lnTo>
                  <a:lnTo>
                    <a:pt x="0" y="5238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8662" y="988313"/>
            <a:ext cx="3937635" cy="68961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350"/>
              <a:t>Риски</a:t>
            </a:r>
            <a:r>
              <a:rPr dirty="0" sz="4350" spc="-95"/>
              <a:t> </a:t>
            </a:r>
            <a:r>
              <a:rPr dirty="0" sz="4350" spc="-10"/>
              <a:t>проекта</a:t>
            </a:r>
            <a:endParaRPr sz="4350"/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743902" y="2142553"/>
          <a:ext cx="13228319" cy="50469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77310"/>
                <a:gridCol w="1949450"/>
                <a:gridCol w="1942464"/>
                <a:gridCol w="5373369"/>
              </a:tblGrid>
              <a:tr h="575945"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1290"/>
                        </a:spcBef>
                      </a:pPr>
                      <a:r>
                        <a:rPr dirty="0" sz="1650" spc="-20" b="1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Риск</a:t>
                      </a:r>
                      <a:endParaRPr sz="1650">
                        <a:latin typeface="Tahoma"/>
                        <a:cs typeface="Tahoma"/>
                      </a:endParaRPr>
                    </a:p>
                  </a:txBody>
                  <a:tcPr marL="0" marR="0" marB="0" marT="163830">
                    <a:lnL w="9525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83845">
                        <a:lnSpc>
                          <a:spcPct val="100000"/>
                        </a:lnSpc>
                        <a:spcBef>
                          <a:spcPts val="1290"/>
                        </a:spcBef>
                      </a:pPr>
                      <a:r>
                        <a:rPr dirty="0" sz="1650" spc="-10" b="1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Вероятность</a:t>
                      </a:r>
                      <a:endParaRPr sz="1650">
                        <a:latin typeface="Tahoma"/>
                        <a:cs typeface="Tahoma"/>
                      </a:endParaRPr>
                    </a:p>
                  </a:txBody>
                  <a:tcPr marL="0" marR="0" marB="0" marT="163830"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06705">
                        <a:lnSpc>
                          <a:spcPct val="100000"/>
                        </a:lnSpc>
                        <a:spcBef>
                          <a:spcPts val="1290"/>
                        </a:spcBef>
                      </a:pPr>
                      <a:r>
                        <a:rPr dirty="0" sz="1650" spc="-10" b="1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Влияние</a:t>
                      </a:r>
                      <a:endParaRPr sz="1650">
                        <a:latin typeface="Tahoma"/>
                        <a:cs typeface="Tahoma"/>
                      </a:endParaRPr>
                    </a:p>
                  </a:txBody>
                  <a:tcPr marL="0" marR="0" marB="0" marT="163830"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36550">
                        <a:lnSpc>
                          <a:spcPct val="100000"/>
                        </a:lnSpc>
                        <a:spcBef>
                          <a:spcPts val="1290"/>
                        </a:spcBef>
                      </a:pPr>
                      <a:r>
                        <a:rPr dirty="0" sz="1650" spc="-45" b="1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Меры</a:t>
                      </a:r>
                      <a:r>
                        <a:rPr dirty="0" sz="1650" spc="-85" b="1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650" spc="-10" b="1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предотвращения</a:t>
                      </a:r>
                      <a:endParaRPr sz="1650">
                        <a:latin typeface="Tahoma"/>
                        <a:cs typeface="Tahoma"/>
                      </a:endParaRPr>
                    </a:p>
                  </a:txBody>
                  <a:tcPr marL="0" marR="0" marB="0" marT="163830">
                    <a:lnR w="9525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FFFFFF">
                        <a:alpha val="3921"/>
                      </a:srgbClr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1325"/>
                        </a:spcBef>
                      </a:pPr>
                      <a:r>
                        <a:rPr dirty="0" sz="165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Потеря</a:t>
                      </a:r>
                      <a:r>
                        <a:rPr dirty="0" sz="1650" spc="28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65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данных</a:t>
                      </a:r>
                      <a:r>
                        <a:rPr dirty="0" sz="1650" spc="335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650" spc="-1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пользователя</a:t>
                      </a:r>
                      <a:endParaRPr sz="1650">
                        <a:latin typeface="Tahoma"/>
                        <a:cs typeface="Tahoma"/>
                      </a:endParaRPr>
                    </a:p>
                  </a:txBody>
                  <a:tcPr marL="0" marR="0" marB="0" marT="168275">
                    <a:lnL w="9525">
                      <a:solidFill>
                        <a:srgbClr val="FFFFFF"/>
                      </a:solidFill>
                      <a:prstDash val="solid"/>
                    </a:lnL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83845">
                        <a:lnSpc>
                          <a:spcPct val="100000"/>
                        </a:lnSpc>
                        <a:spcBef>
                          <a:spcPts val="1325"/>
                        </a:spcBef>
                      </a:pPr>
                      <a:r>
                        <a:rPr dirty="0" sz="1650" spc="-1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Низкая</a:t>
                      </a:r>
                      <a:endParaRPr sz="1650">
                        <a:latin typeface="Tahoma"/>
                        <a:cs typeface="Tahoma"/>
                      </a:endParaRPr>
                    </a:p>
                  </a:txBody>
                  <a:tcPr marL="0" marR="0" marB="0" marT="168275"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06705">
                        <a:lnSpc>
                          <a:spcPct val="100000"/>
                        </a:lnSpc>
                        <a:spcBef>
                          <a:spcPts val="1325"/>
                        </a:spcBef>
                      </a:pPr>
                      <a:r>
                        <a:rPr dirty="0" sz="1650" spc="35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Критическое</a:t>
                      </a:r>
                      <a:endParaRPr sz="1650">
                        <a:latin typeface="Tahoma"/>
                        <a:cs typeface="Tahoma"/>
                      </a:endParaRPr>
                    </a:p>
                  </a:txBody>
                  <a:tcPr marL="0" marR="0" marB="0" marT="168275"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36550">
                        <a:lnSpc>
                          <a:spcPct val="100000"/>
                        </a:lnSpc>
                        <a:spcBef>
                          <a:spcPts val="1325"/>
                        </a:spcBef>
                      </a:pPr>
                      <a:r>
                        <a:rPr dirty="0" sz="1650" spc="45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Регулярный</a:t>
                      </a:r>
                      <a:r>
                        <a:rPr dirty="0" sz="1650" spc="16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65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бэкап</a:t>
                      </a:r>
                      <a:r>
                        <a:rPr dirty="0" sz="1650" spc="24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65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БД,</a:t>
                      </a:r>
                      <a:r>
                        <a:rPr dirty="0" sz="1650" spc="13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650" spc="-1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транзакции</a:t>
                      </a:r>
                      <a:endParaRPr sz="1650">
                        <a:latin typeface="Tahoma"/>
                        <a:cs typeface="Tahoma"/>
                      </a:endParaRPr>
                    </a:p>
                  </a:txBody>
                  <a:tcPr marL="0" marR="0" marB="0" marT="168275">
                    <a:lnR w="9525">
                      <a:solidFill>
                        <a:srgbClr val="FFFFFF"/>
                      </a:solidFill>
                      <a:prstDash val="solid"/>
                    </a:lnR>
                    <a:solidFill>
                      <a:srgbClr val="000000">
                        <a:alpha val="3921"/>
                      </a:srgbClr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marL="212725" marR="1096010">
                        <a:lnSpc>
                          <a:spcPct val="132700"/>
                        </a:lnSpc>
                        <a:spcBef>
                          <a:spcPts val="395"/>
                        </a:spcBef>
                      </a:pPr>
                      <a:r>
                        <a:rPr dirty="0" sz="1650" spc="5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Синхронизация</a:t>
                      </a:r>
                      <a:r>
                        <a:rPr dirty="0" sz="1650" spc="8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650" spc="-1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работает некорректно</a:t>
                      </a:r>
                      <a:endParaRPr sz="1650">
                        <a:latin typeface="Tahoma"/>
                        <a:cs typeface="Tahoma"/>
                      </a:endParaRPr>
                    </a:p>
                  </a:txBody>
                  <a:tcPr marL="0" marR="0" marB="0" marT="50165">
                    <a:lnL w="9525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83845">
                        <a:lnSpc>
                          <a:spcPct val="100000"/>
                        </a:lnSpc>
                        <a:spcBef>
                          <a:spcPts val="1395"/>
                        </a:spcBef>
                      </a:pPr>
                      <a:r>
                        <a:rPr dirty="0" sz="1650" spc="4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Средняя</a:t>
                      </a:r>
                      <a:endParaRPr sz="1650">
                        <a:latin typeface="Tahoma"/>
                        <a:cs typeface="Tahoma"/>
                      </a:endParaRPr>
                    </a:p>
                  </a:txBody>
                  <a:tcPr marL="0" marR="0" marB="0" marT="177165"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06705">
                        <a:lnSpc>
                          <a:spcPct val="100000"/>
                        </a:lnSpc>
                        <a:spcBef>
                          <a:spcPts val="1395"/>
                        </a:spcBef>
                      </a:pPr>
                      <a:r>
                        <a:rPr dirty="0" sz="1650" spc="4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Высокое</a:t>
                      </a:r>
                      <a:endParaRPr sz="1650">
                        <a:latin typeface="Tahoma"/>
                        <a:cs typeface="Tahoma"/>
                      </a:endParaRPr>
                    </a:p>
                  </a:txBody>
                  <a:tcPr marL="0" marR="0" marB="0" marT="177165"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36550" marR="845819">
                        <a:lnSpc>
                          <a:spcPct val="132700"/>
                        </a:lnSpc>
                        <a:spcBef>
                          <a:spcPts val="395"/>
                        </a:spcBef>
                      </a:pPr>
                      <a:r>
                        <a:rPr dirty="0" sz="1650" spc="45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Тщательное тестирование,</a:t>
                      </a:r>
                      <a:r>
                        <a:rPr dirty="0" sz="1650" spc="4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650" spc="-1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проверенные библиотеки</a:t>
                      </a:r>
                      <a:endParaRPr sz="1650">
                        <a:latin typeface="Tahoma"/>
                        <a:cs typeface="Tahoma"/>
                      </a:endParaRPr>
                    </a:p>
                  </a:txBody>
                  <a:tcPr marL="0" marR="0" marB="0" marT="50165">
                    <a:lnR w="9525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>
                        <a:alpha val="3921"/>
                      </a:srgbClr>
                    </a:solidFill>
                  </a:tcPr>
                </a:tc>
              </a:tr>
              <a:tr h="904240">
                <a:tc>
                  <a:txBody>
                    <a:bodyPr/>
                    <a:lstStyle/>
                    <a:p>
                      <a:pPr marL="212725" marR="1260475">
                        <a:lnSpc>
                          <a:spcPct val="132700"/>
                        </a:lnSpc>
                        <a:spcBef>
                          <a:spcPts val="350"/>
                        </a:spcBef>
                      </a:pPr>
                      <a:r>
                        <a:rPr dirty="0" sz="165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Непонятный</a:t>
                      </a:r>
                      <a:r>
                        <a:rPr dirty="0" sz="1650" spc="425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650" spc="-1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интерфейс </a:t>
                      </a:r>
                      <a:r>
                        <a:rPr dirty="0" sz="1650" spc="35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пользователям</a:t>
                      </a:r>
                      <a:endParaRPr sz="1650">
                        <a:latin typeface="Tahoma"/>
                        <a:cs typeface="Tahoma"/>
                      </a:endParaRPr>
                    </a:p>
                  </a:txBody>
                  <a:tcPr marL="0" marR="0" marB="0" marT="44450">
                    <a:lnL w="9525">
                      <a:solidFill>
                        <a:srgbClr val="FFFFFF"/>
                      </a:solidFill>
                      <a:prstDash val="solid"/>
                    </a:lnL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83845">
                        <a:lnSpc>
                          <a:spcPct val="100000"/>
                        </a:lnSpc>
                        <a:spcBef>
                          <a:spcPts val="1340"/>
                        </a:spcBef>
                      </a:pPr>
                      <a:r>
                        <a:rPr dirty="0" sz="1650" spc="4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Средняя</a:t>
                      </a:r>
                      <a:endParaRPr sz="1650">
                        <a:latin typeface="Tahoma"/>
                        <a:cs typeface="Tahoma"/>
                      </a:endParaRPr>
                    </a:p>
                  </a:txBody>
                  <a:tcPr marL="0" marR="0" marB="0" marT="170180"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06705">
                        <a:lnSpc>
                          <a:spcPct val="100000"/>
                        </a:lnSpc>
                        <a:spcBef>
                          <a:spcPts val="1340"/>
                        </a:spcBef>
                      </a:pPr>
                      <a:r>
                        <a:rPr dirty="0" sz="1650" spc="55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Среднее</a:t>
                      </a:r>
                      <a:endParaRPr sz="1650">
                        <a:latin typeface="Tahoma"/>
                        <a:cs typeface="Tahoma"/>
                      </a:endParaRPr>
                    </a:p>
                  </a:txBody>
                  <a:tcPr marL="0" marR="0" marB="0" marT="170180"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36550">
                        <a:lnSpc>
                          <a:spcPct val="100000"/>
                        </a:lnSpc>
                        <a:spcBef>
                          <a:spcPts val="1340"/>
                        </a:spcBef>
                      </a:pPr>
                      <a:r>
                        <a:rPr dirty="0" sz="1650" spc="45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Альфа-</a:t>
                      </a:r>
                      <a:r>
                        <a:rPr dirty="0" sz="165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тест</a:t>
                      </a:r>
                      <a:r>
                        <a:rPr dirty="0" sz="1650" spc="95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65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на</a:t>
                      </a:r>
                      <a:r>
                        <a:rPr dirty="0" sz="1650" spc="105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650" spc="-1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одногруппниках</a:t>
                      </a:r>
                      <a:endParaRPr sz="1650">
                        <a:latin typeface="Tahoma"/>
                        <a:cs typeface="Tahoma"/>
                      </a:endParaRPr>
                    </a:p>
                  </a:txBody>
                  <a:tcPr marL="0" marR="0" marB="0" marT="170180">
                    <a:lnR w="9525">
                      <a:solidFill>
                        <a:srgbClr val="FFFFFF"/>
                      </a:solidFill>
                      <a:prstDash val="solid"/>
                    </a:lnR>
                    <a:solidFill>
                      <a:srgbClr val="000000">
                        <a:alpha val="3921"/>
                      </a:srgbClr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1370"/>
                        </a:spcBef>
                      </a:pPr>
                      <a:r>
                        <a:rPr dirty="0" sz="1650" spc="75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Срыв</a:t>
                      </a:r>
                      <a:r>
                        <a:rPr dirty="0" sz="1650" spc="45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650" spc="75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сроков</a:t>
                      </a:r>
                      <a:r>
                        <a:rPr dirty="0" sz="1650" spc="55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650" spc="75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из-</a:t>
                      </a:r>
                      <a:r>
                        <a:rPr dirty="0" sz="165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за</a:t>
                      </a:r>
                      <a:r>
                        <a:rPr dirty="0" sz="1650" spc="-1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650" spc="5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новых</a:t>
                      </a:r>
                      <a:r>
                        <a:rPr dirty="0" sz="1650" spc="25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650" spc="-2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задач</a:t>
                      </a:r>
                      <a:endParaRPr sz="1650">
                        <a:latin typeface="Tahoma"/>
                        <a:cs typeface="Tahoma"/>
                      </a:endParaRPr>
                    </a:p>
                  </a:txBody>
                  <a:tcPr marL="0" marR="0" marB="0" marT="173990">
                    <a:lnL w="9525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83845">
                        <a:lnSpc>
                          <a:spcPct val="100000"/>
                        </a:lnSpc>
                        <a:spcBef>
                          <a:spcPts val="1370"/>
                        </a:spcBef>
                      </a:pPr>
                      <a:r>
                        <a:rPr dirty="0" sz="1650" spc="45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Высокая</a:t>
                      </a:r>
                      <a:endParaRPr sz="1650">
                        <a:latin typeface="Tahoma"/>
                        <a:cs typeface="Tahoma"/>
                      </a:endParaRPr>
                    </a:p>
                  </a:txBody>
                  <a:tcPr marL="0" marR="0" marB="0" marT="173990"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06705">
                        <a:lnSpc>
                          <a:spcPct val="100000"/>
                        </a:lnSpc>
                        <a:spcBef>
                          <a:spcPts val="1370"/>
                        </a:spcBef>
                      </a:pPr>
                      <a:r>
                        <a:rPr dirty="0" sz="1650" spc="4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Высокое</a:t>
                      </a:r>
                      <a:endParaRPr sz="1650">
                        <a:latin typeface="Tahoma"/>
                        <a:cs typeface="Tahoma"/>
                      </a:endParaRPr>
                    </a:p>
                  </a:txBody>
                  <a:tcPr marL="0" marR="0" marB="0" marT="173990"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36550">
                        <a:lnSpc>
                          <a:spcPct val="100000"/>
                        </a:lnSpc>
                        <a:spcBef>
                          <a:spcPts val="1370"/>
                        </a:spcBef>
                      </a:pPr>
                      <a:r>
                        <a:rPr dirty="0" sz="165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Буфер </a:t>
                      </a:r>
                      <a:r>
                        <a:rPr dirty="0" sz="1650" spc="7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времени</a:t>
                      </a:r>
                      <a:r>
                        <a:rPr dirty="0" sz="1650" spc="105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65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+20%</a:t>
                      </a:r>
                      <a:r>
                        <a:rPr dirty="0" sz="1650" spc="2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65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к</a:t>
                      </a:r>
                      <a:r>
                        <a:rPr dirty="0" sz="1650" spc="7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650" spc="55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каждой</a:t>
                      </a:r>
                      <a:r>
                        <a:rPr dirty="0" sz="1650" spc="75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650" spc="-1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задаче</a:t>
                      </a:r>
                      <a:endParaRPr sz="1650">
                        <a:latin typeface="Tahoma"/>
                        <a:cs typeface="Tahoma"/>
                      </a:endParaRPr>
                    </a:p>
                  </a:txBody>
                  <a:tcPr marL="0" marR="0" marB="0" marT="173990">
                    <a:lnR w="9525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>
                        <a:alpha val="3921"/>
                      </a:srgbClr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1360"/>
                        </a:spcBef>
                      </a:pPr>
                      <a:r>
                        <a:rPr dirty="0" sz="165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Низкая</a:t>
                      </a:r>
                      <a:r>
                        <a:rPr dirty="0" sz="1650" spc="204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650" spc="45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активность</a:t>
                      </a:r>
                      <a:r>
                        <a:rPr dirty="0" sz="1650" spc="17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65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на</a:t>
                      </a:r>
                      <a:r>
                        <a:rPr dirty="0" sz="1650" spc="254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65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бета-</a:t>
                      </a:r>
                      <a:r>
                        <a:rPr dirty="0" sz="1650" spc="-1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тесте</a:t>
                      </a:r>
                      <a:endParaRPr sz="1650">
                        <a:latin typeface="Tahoma"/>
                        <a:cs typeface="Tahoma"/>
                      </a:endParaRPr>
                    </a:p>
                  </a:txBody>
                  <a:tcPr marL="0" marR="0" marB="0" marT="172720">
                    <a:lnL w="9525">
                      <a:solidFill>
                        <a:srgbClr val="FFFFFF"/>
                      </a:solidFill>
                      <a:prstDash val="solid"/>
                    </a:lnL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83845">
                        <a:lnSpc>
                          <a:spcPct val="100000"/>
                        </a:lnSpc>
                        <a:spcBef>
                          <a:spcPts val="1360"/>
                        </a:spcBef>
                      </a:pPr>
                      <a:r>
                        <a:rPr dirty="0" sz="1650" spc="4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Средняя</a:t>
                      </a:r>
                      <a:endParaRPr sz="1650">
                        <a:latin typeface="Tahoma"/>
                        <a:cs typeface="Tahoma"/>
                      </a:endParaRPr>
                    </a:p>
                  </a:txBody>
                  <a:tcPr marL="0" marR="0" marB="0" marT="172720"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06705">
                        <a:lnSpc>
                          <a:spcPct val="100000"/>
                        </a:lnSpc>
                        <a:spcBef>
                          <a:spcPts val="1360"/>
                        </a:spcBef>
                      </a:pPr>
                      <a:r>
                        <a:rPr dirty="0" sz="1650" spc="-1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Низкое</a:t>
                      </a:r>
                      <a:endParaRPr sz="1650">
                        <a:latin typeface="Tahoma"/>
                        <a:cs typeface="Tahoma"/>
                      </a:endParaRPr>
                    </a:p>
                  </a:txBody>
                  <a:tcPr marL="0" marR="0" marB="0" marT="172720"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36550">
                        <a:lnSpc>
                          <a:spcPct val="100000"/>
                        </a:lnSpc>
                        <a:spcBef>
                          <a:spcPts val="1360"/>
                        </a:spcBef>
                      </a:pPr>
                      <a:r>
                        <a:rPr dirty="0" sz="1650" spc="45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Привлечение</a:t>
                      </a:r>
                      <a:r>
                        <a:rPr dirty="0" sz="1650" spc="225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65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друзей,</a:t>
                      </a:r>
                      <a:r>
                        <a:rPr dirty="0" sz="1650" spc="195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650" spc="4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соцсети</a:t>
                      </a:r>
                      <a:endParaRPr sz="1650">
                        <a:latin typeface="Tahoma"/>
                        <a:cs typeface="Tahoma"/>
                      </a:endParaRPr>
                    </a:p>
                  </a:txBody>
                  <a:tcPr marL="0" marR="0" marB="0" marT="172720">
                    <a:lnR w="9525">
                      <a:solidFill>
                        <a:srgbClr val="FFFFFF"/>
                      </a:solidFill>
                      <a:prstDash val="solid"/>
                    </a:lnR>
                    <a:solidFill>
                      <a:srgbClr val="000000">
                        <a:alpha val="3921"/>
                      </a:srgbClr>
                    </a:solidFill>
                  </a:tcPr>
                </a:tc>
              </a:tr>
              <a:tr h="928369"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dirty="0" sz="1650" spc="85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XSS</a:t>
                      </a:r>
                      <a:r>
                        <a:rPr dirty="0" sz="1650" spc="135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65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/</a:t>
                      </a:r>
                      <a:r>
                        <a:rPr dirty="0" sz="1650" spc="-7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650" spc="10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SQL-</a:t>
                      </a:r>
                      <a:r>
                        <a:rPr dirty="0" sz="1650" spc="4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уязвимости</a:t>
                      </a:r>
                      <a:endParaRPr sz="1650">
                        <a:latin typeface="Tahoma"/>
                        <a:cs typeface="Tahoma"/>
                      </a:endParaRPr>
                    </a:p>
                  </a:txBody>
                  <a:tcPr marL="0" marR="0" marB="0" marT="182245">
                    <a:lnL w="9525">
                      <a:solidFill>
                        <a:srgbClr val="FFFFFF"/>
                      </a:solidFill>
                      <a:prstDash val="solid"/>
                    </a:lnL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83845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dirty="0" sz="1650" spc="-1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Низкая</a:t>
                      </a:r>
                      <a:endParaRPr sz="1650">
                        <a:latin typeface="Tahoma"/>
                        <a:cs typeface="Tahoma"/>
                      </a:endParaRPr>
                    </a:p>
                  </a:txBody>
                  <a:tcPr marL="0" marR="0" marB="0" marT="182245"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06705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dirty="0" sz="1650" spc="35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Критическое</a:t>
                      </a:r>
                      <a:endParaRPr sz="1650">
                        <a:latin typeface="Tahoma"/>
                        <a:cs typeface="Tahoma"/>
                      </a:endParaRPr>
                    </a:p>
                  </a:txBody>
                  <a:tcPr marL="0" marR="0" marB="0" marT="182245"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36550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dirty="0" sz="165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Валидация</a:t>
                      </a:r>
                      <a:r>
                        <a:rPr dirty="0" sz="1650" spc="365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65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данных,</a:t>
                      </a:r>
                      <a:r>
                        <a:rPr dirty="0" sz="1650" spc="22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650" spc="-10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параметризованные</a:t>
                      </a:r>
                      <a:endParaRPr sz="1650">
                        <a:latin typeface="Tahoma"/>
                        <a:cs typeface="Tahoma"/>
                      </a:endParaRPr>
                    </a:p>
                    <a:p>
                      <a:pPr marL="33655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1650" spc="35">
                          <a:solidFill>
                            <a:srgbClr val="DFD4DE"/>
                          </a:solidFill>
                          <a:latin typeface="Tahoma"/>
                          <a:cs typeface="Tahoma"/>
                        </a:rPr>
                        <a:t>запросы</a:t>
                      </a:r>
                      <a:endParaRPr sz="1650">
                        <a:latin typeface="Tahoma"/>
                        <a:cs typeface="Tahoma"/>
                      </a:endParaRPr>
                    </a:p>
                  </a:txBody>
                  <a:tcPr marL="0" marR="0" marB="0" marT="182245">
                    <a:lnR w="9525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3921"/>
                      </a:srgbClr>
                    </a:solidFill>
                  </a:tcPr>
                </a:tc>
              </a:tr>
            </a:tbl>
          </a:graphicData>
        </a:graphic>
      </p:graphicFrame>
      <p:grpSp>
        <p:nvGrpSpPr>
          <p:cNvPr id="4" name="object 4" descr=""/>
          <p:cNvGrpSpPr/>
          <p:nvPr/>
        </p:nvGrpSpPr>
        <p:grpSpPr>
          <a:xfrm>
            <a:off x="9525" y="19050"/>
            <a:ext cx="1857375" cy="534035"/>
            <a:chOff x="9525" y="19050"/>
            <a:chExt cx="1857375" cy="534035"/>
          </a:xfrm>
        </p:grpSpPr>
        <p:sp>
          <p:nvSpPr>
            <p:cNvPr id="5" name="object 5" descr=""/>
            <p:cNvSpPr/>
            <p:nvPr/>
          </p:nvSpPr>
          <p:spPr>
            <a:xfrm>
              <a:off x="9525" y="19050"/>
              <a:ext cx="1847850" cy="523875"/>
            </a:xfrm>
            <a:custGeom>
              <a:avLst/>
              <a:gdLst/>
              <a:ahLst/>
              <a:cxnLst/>
              <a:rect l="l" t="t" r="r" b="b"/>
              <a:pathLst>
                <a:path w="1847850" h="523875">
                  <a:moveTo>
                    <a:pt x="1847850" y="0"/>
                  </a:moveTo>
                  <a:lnTo>
                    <a:pt x="0" y="0"/>
                  </a:lnTo>
                  <a:lnTo>
                    <a:pt x="0" y="523875"/>
                  </a:lnTo>
                  <a:lnTo>
                    <a:pt x="1847850" y="523875"/>
                  </a:lnTo>
                  <a:lnTo>
                    <a:pt x="18478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4287" y="23875"/>
              <a:ext cx="1847850" cy="523875"/>
            </a:xfrm>
            <a:custGeom>
              <a:avLst/>
              <a:gdLst/>
              <a:ahLst/>
              <a:cxnLst/>
              <a:rect l="l" t="t" r="r" b="b"/>
              <a:pathLst>
                <a:path w="1847850" h="523875">
                  <a:moveTo>
                    <a:pt x="0" y="523875"/>
                  </a:moveTo>
                  <a:lnTo>
                    <a:pt x="1847850" y="523875"/>
                  </a:lnTo>
                  <a:lnTo>
                    <a:pt x="1847850" y="0"/>
                  </a:lnTo>
                  <a:lnTo>
                    <a:pt x="0" y="0"/>
                  </a:lnTo>
                  <a:lnTo>
                    <a:pt x="0" y="5238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92529" y="409956"/>
            <a:ext cx="4672965" cy="54102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442720" algn="l"/>
              </a:tabLst>
            </a:pPr>
            <a:r>
              <a:rPr dirty="0" sz="3350" spc="-10"/>
              <a:t>Риски</a:t>
            </a:r>
            <a:r>
              <a:rPr dirty="0" sz="3350"/>
              <a:t>	и</a:t>
            </a:r>
            <a:r>
              <a:rPr dirty="0" sz="3350" spc="-60"/>
              <a:t> </a:t>
            </a:r>
            <a:r>
              <a:rPr dirty="0" sz="3350" spc="-10"/>
              <a:t>минимизация</a:t>
            </a:r>
            <a:endParaRPr sz="33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4975" y="1304925"/>
            <a:ext cx="5410200" cy="541020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7518018" y="3467989"/>
            <a:ext cx="5383530" cy="1059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spc="-20" b="1">
                <a:solidFill>
                  <a:srgbClr val="FF88AD"/>
                </a:solidFill>
                <a:latin typeface="Cambria"/>
                <a:cs typeface="Cambria"/>
              </a:rPr>
              <a:t>Стратегия</a:t>
            </a:r>
            <a:r>
              <a:rPr dirty="0" sz="1650" spc="30" b="1">
                <a:solidFill>
                  <a:srgbClr val="FF88AD"/>
                </a:solidFill>
                <a:latin typeface="Cambria"/>
                <a:cs typeface="Cambria"/>
              </a:rPr>
              <a:t> </a:t>
            </a:r>
            <a:r>
              <a:rPr dirty="0" sz="1650" spc="-10" b="1">
                <a:solidFill>
                  <a:srgbClr val="FF88AD"/>
                </a:solidFill>
                <a:latin typeface="Cambria"/>
                <a:cs typeface="Cambria"/>
              </a:rPr>
              <a:t>управления</a:t>
            </a:r>
            <a:r>
              <a:rPr dirty="0" sz="1650" spc="-55" b="1">
                <a:solidFill>
                  <a:srgbClr val="FF88AD"/>
                </a:solidFill>
                <a:latin typeface="Cambria"/>
                <a:cs typeface="Cambria"/>
              </a:rPr>
              <a:t> </a:t>
            </a:r>
            <a:r>
              <a:rPr dirty="0" sz="1650" spc="-10" b="1">
                <a:solidFill>
                  <a:srgbClr val="FF88AD"/>
                </a:solidFill>
                <a:latin typeface="Cambria"/>
                <a:cs typeface="Cambria"/>
              </a:rPr>
              <a:t>рисками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20200"/>
              </a:lnSpc>
              <a:spcBef>
                <a:spcPts val="745"/>
              </a:spcBef>
            </a:pPr>
            <a:r>
              <a:rPr dirty="0" sz="1250" spc="60">
                <a:solidFill>
                  <a:srgbClr val="DFD4DE"/>
                </a:solidFill>
                <a:latin typeface="Tahoma"/>
                <a:cs typeface="Tahoma"/>
              </a:rPr>
              <a:t>Все</a:t>
            </a:r>
            <a:r>
              <a:rPr dirty="0" sz="1250" spc="285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DFD4DE"/>
                </a:solidFill>
                <a:latin typeface="Tahoma"/>
                <a:cs typeface="Tahoma"/>
              </a:rPr>
              <a:t>выявленные</a:t>
            </a:r>
            <a:r>
              <a:rPr dirty="0" sz="1250" spc="195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DFD4DE"/>
                </a:solidFill>
                <a:latin typeface="Tahoma"/>
                <a:cs typeface="Tahoma"/>
              </a:rPr>
              <a:t>риски</a:t>
            </a:r>
            <a:r>
              <a:rPr dirty="0" sz="1250" spc="270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DFD4DE"/>
                </a:solidFill>
                <a:latin typeface="Tahoma"/>
                <a:cs typeface="Tahoma"/>
              </a:rPr>
              <a:t>имеют</a:t>
            </a:r>
            <a:r>
              <a:rPr dirty="0" sz="1250" spc="145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DFD4DE"/>
                </a:solidFill>
                <a:latin typeface="Tahoma"/>
                <a:cs typeface="Tahoma"/>
              </a:rPr>
              <a:t>конкретные</a:t>
            </a:r>
            <a:r>
              <a:rPr dirty="0" sz="1250" spc="175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DFD4DE"/>
                </a:solidFill>
                <a:latin typeface="Tahoma"/>
                <a:cs typeface="Tahoma"/>
              </a:rPr>
              <a:t>технические</a:t>
            </a:r>
            <a:r>
              <a:rPr dirty="0" sz="1250" spc="265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DFD4DE"/>
                </a:solidFill>
                <a:latin typeface="Tahoma"/>
                <a:cs typeface="Tahoma"/>
              </a:rPr>
              <a:t>или</a:t>
            </a:r>
            <a:r>
              <a:rPr dirty="0" sz="1250" spc="145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250" spc="35">
                <a:solidFill>
                  <a:srgbClr val="DFD4DE"/>
                </a:solidFill>
                <a:latin typeface="Tahoma"/>
                <a:cs typeface="Tahoma"/>
              </a:rPr>
              <a:t>UX- </a:t>
            </a:r>
            <a:r>
              <a:rPr dirty="0" sz="1250">
                <a:solidFill>
                  <a:srgbClr val="DFD4DE"/>
                </a:solidFill>
                <a:latin typeface="Tahoma"/>
                <a:cs typeface="Tahoma"/>
              </a:rPr>
              <a:t>решения.</a:t>
            </a:r>
            <a:r>
              <a:rPr dirty="0" sz="1250" spc="195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DFD4DE"/>
                </a:solidFill>
                <a:latin typeface="Tahoma"/>
                <a:cs typeface="Tahoma"/>
              </a:rPr>
              <a:t>Основной</a:t>
            </a:r>
            <a:r>
              <a:rPr dirty="0" sz="1250" spc="80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DFD4DE"/>
                </a:solidFill>
                <a:latin typeface="Tahoma"/>
                <a:cs typeface="Tahoma"/>
              </a:rPr>
              <a:t>акцент</a:t>
            </a:r>
            <a:r>
              <a:rPr dirty="0" sz="1250" spc="160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DFD4DE"/>
                </a:solidFill>
                <a:latin typeface="Tahoma"/>
                <a:cs typeface="Tahoma"/>
              </a:rPr>
              <a:t>—</a:t>
            </a:r>
            <a:r>
              <a:rPr dirty="0" sz="1250" spc="204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DFD4DE"/>
                </a:solidFill>
                <a:latin typeface="Tahoma"/>
                <a:cs typeface="Tahoma"/>
              </a:rPr>
              <a:t>на</a:t>
            </a:r>
            <a:r>
              <a:rPr dirty="0" sz="1250" spc="125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250" spc="45">
                <a:solidFill>
                  <a:srgbClr val="DFD4DE"/>
                </a:solidFill>
                <a:latin typeface="Tahoma"/>
                <a:cs typeface="Tahoma"/>
              </a:rPr>
              <a:t>простоте</a:t>
            </a:r>
            <a:r>
              <a:rPr dirty="0" sz="1250" spc="55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DFD4DE"/>
                </a:solidFill>
                <a:latin typeface="Tahoma"/>
                <a:cs typeface="Tahoma"/>
              </a:rPr>
              <a:t>интерфейса</a:t>
            </a:r>
            <a:r>
              <a:rPr dirty="0" sz="1250" spc="114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DFD4DE"/>
                </a:solidFill>
                <a:latin typeface="Tahoma"/>
                <a:cs typeface="Tahoma"/>
              </a:rPr>
              <a:t>и</a:t>
            </a:r>
            <a:r>
              <a:rPr dirty="0" sz="1250" spc="135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250" spc="-10">
                <a:solidFill>
                  <a:srgbClr val="DFD4DE"/>
                </a:solidFill>
                <a:latin typeface="Tahoma"/>
                <a:cs typeface="Tahoma"/>
              </a:rPr>
              <a:t>надёжности </a:t>
            </a:r>
            <a:r>
              <a:rPr dirty="0" sz="1250">
                <a:solidFill>
                  <a:srgbClr val="DFD4DE"/>
                </a:solidFill>
                <a:latin typeface="Tahoma"/>
                <a:cs typeface="Tahoma"/>
              </a:rPr>
              <a:t>хранения</a:t>
            </a:r>
            <a:r>
              <a:rPr dirty="0" sz="1250" spc="265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250" spc="-10">
                <a:solidFill>
                  <a:srgbClr val="DFD4DE"/>
                </a:solidFill>
                <a:latin typeface="Tahoma"/>
                <a:cs typeface="Tahoma"/>
              </a:rPr>
              <a:t>данных.</a:t>
            </a:r>
            <a:endParaRPr sz="125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76400" y="6953250"/>
            <a:ext cx="47625" cy="828675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902079" y="6858801"/>
            <a:ext cx="2448560" cy="889000"/>
          </a:xfrm>
          <a:prstGeom prst="rect">
            <a:avLst/>
          </a:prstGeom>
        </p:spPr>
        <p:txBody>
          <a:bodyPr wrap="square" lIns="0" tIns="1187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dirty="0" sz="1650" spc="-10" b="1">
                <a:solidFill>
                  <a:srgbClr val="DFD4DE"/>
                </a:solidFill>
                <a:latin typeface="Cambria"/>
                <a:cs typeface="Cambria"/>
              </a:rPr>
              <a:t>Потеря</a:t>
            </a:r>
            <a:r>
              <a:rPr dirty="0" sz="1650" spc="-80" b="1">
                <a:solidFill>
                  <a:srgbClr val="DFD4DE"/>
                </a:solidFill>
                <a:latin typeface="Cambria"/>
                <a:cs typeface="Cambria"/>
              </a:rPr>
              <a:t> </a:t>
            </a:r>
            <a:r>
              <a:rPr dirty="0" sz="1650" spc="-10" b="1">
                <a:solidFill>
                  <a:srgbClr val="DFD4DE"/>
                </a:solidFill>
                <a:latin typeface="Cambria"/>
                <a:cs typeface="Cambria"/>
              </a:rPr>
              <a:t>данных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20200"/>
              </a:lnSpc>
              <a:spcBef>
                <a:spcPts val="370"/>
              </a:spcBef>
            </a:pPr>
            <a:r>
              <a:rPr dirty="0" sz="1250">
                <a:solidFill>
                  <a:srgbClr val="DFD4DE"/>
                </a:solidFill>
                <a:latin typeface="Tahoma"/>
                <a:cs typeface="Tahoma"/>
              </a:rPr>
              <a:t>Низкая</a:t>
            </a:r>
            <a:r>
              <a:rPr dirty="0" sz="1250" spc="160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DFD4DE"/>
                </a:solidFill>
                <a:latin typeface="Tahoma"/>
                <a:cs typeface="Tahoma"/>
              </a:rPr>
              <a:t>вероятность</a:t>
            </a:r>
            <a:r>
              <a:rPr dirty="0" sz="1250" spc="210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DFD4DE"/>
                </a:solidFill>
                <a:latin typeface="Tahoma"/>
                <a:cs typeface="Tahoma"/>
              </a:rPr>
              <a:t>—</a:t>
            </a:r>
            <a:r>
              <a:rPr dirty="0" sz="1250" spc="260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DFD4DE"/>
                </a:solidFill>
                <a:latin typeface="Tahoma"/>
                <a:cs typeface="Tahoma"/>
              </a:rPr>
              <a:t>SQLite</a:t>
            </a:r>
            <a:r>
              <a:rPr dirty="0" sz="1250" spc="285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250" spc="-50">
                <a:solidFill>
                  <a:srgbClr val="DFD4DE"/>
                </a:solidFill>
                <a:latin typeface="Tahoma"/>
                <a:cs typeface="Tahoma"/>
              </a:rPr>
              <a:t>с </a:t>
            </a:r>
            <a:r>
              <a:rPr dirty="0" sz="1250" spc="45">
                <a:solidFill>
                  <a:srgbClr val="DFD4DE"/>
                </a:solidFill>
                <a:latin typeface="Tahoma"/>
                <a:cs typeface="Tahoma"/>
              </a:rPr>
              <a:t>регулярными</a:t>
            </a:r>
            <a:r>
              <a:rPr dirty="0" sz="1250" spc="-40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250" spc="35">
                <a:solidFill>
                  <a:srgbClr val="DFD4DE"/>
                </a:solidFill>
                <a:latin typeface="Tahoma"/>
                <a:cs typeface="Tahoma"/>
              </a:rPr>
              <a:t>бэкапами</a:t>
            </a:r>
            <a:endParaRPr sz="125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67350" y="6953250"/>
            <a:ext cx="47623" cy="828675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5696584" y="6858801"/>
            <a:ext cx="3390900" cy="889000"/>
          </a:xfrm>
          <a:prstGeom prst="rect">
            <a:avLst/>
          </a:prstGeom>
        </p:spPr>
        <p:txBody>
          <a:bodyPr wrap="square" lIns="0" tIns="1187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dirty="0" sz="1650" spc="-20" b="1">
                <a:solidFill>
                  <a:srgbClr val="DFD4DE"/>
                </a:solidFill>
                <a:latin typeface="Cambria"/>
                <a:cs typeface="Cambria"/>
              </a:rPr>
              <a:t>Сложность</a:t>
            </a:r>
            <a:r>
              <a:rPr dirty="0" sz="1650" spc="-15" b="1">
                <a:solidFill>
                  <a:srgbClr val="DFD4DE"/>
                </a:solidFill>
                <a:latin typeface="Cambria"/>
                <a:cs typeface="Cambria"/>
              </a:rPr>
              <a:t> </a:t>
            </a:r>
            <a:r>
              <a:rPr dirty="0" sz="1650" spc="-10" b="1">
                <a:solidFill>
                  <a:srgbClr val="DFD4DE"/>
                </a:solidFill>
                <a:latin typeface="Cambria"/>
                <a:cs typeface="Cambria"/>
              </a:rPr>
              <a:t>деплоя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20200"/>
              </a:lnSpc>
              <a:spcBef>
                <a:spcPts val="370"/>
              </a:spcBef>
            </a:pPr>
            <a:r>
              <a:rPr dirty="0" sz="1250">
                <a:solidFill>
                  <a:srgbClr val="DFD4DE"/>
                </a:solidFill>
                <a:latin typeface="Tahoma"/>
                <a:cs typeface="Tahoma"/>
              </a:rPr>
              <a:t>Пошаговая</a:t>
            </a:r>
            <a:r>
              <a:rPr dirty="0" sz="1250" spc="400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DFD4DE"/>
                </a:solidFill>
                <a:latin typeface="Tahoma"/>
                <a:cs typeface="Tahoma"/>
              </a:rPr>
              <a:t>инструкция</a:t>
            </a:r>
            <a:r>
              <a:rPr dirty="0" sz="1250" spc="185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DFD4DE"/>
                </a:solidFill>
                <a:latin typeface="Tahoma"/>
                <a:cs typeface="Tahoma"/>
              </a:rPr>
              <a:t>+</a:t>
            </a:r>
            <a:r>
              <a:rPr dirty="0" sz="1250" spc="135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DFD4DE"/>
                </a:solidFill>
                <a:latin typeface="Tahoma"/>
                <a:cs typeface="Tahoma"/>
              </a:rPr>
              <a:t>PythonAnywhere</a:t>
            </a:r>
            <a:r>
              <a:rPr dirty="0" sz="1250" spc="430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250" spc="-50">
                <a:solidFill>
                  <a:srgbClr val="DFD4DE"/>
                </a:solidFill>
                <a:latin typeface="Tahoma"/>
                <a:cs typeface="Tahoma"/>
              </a:rPr>
              <a:t>/ </a:t>
            </a:r>
            <a:r>
              <a:rPr dirty="0" sz="1250" spc="-10">
                <a:solidFill>
                  <a:srgbClr val="DFD4DE"/>
                </a:solidFill>
                <a:latin typeface="Tahoma"/>
                <a:cs typeface="Tahoma"/>
              </a:rPr>
              <a:t>Railway</a:t>
            </a:r>
            <a:endParaRPr sz="125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58300" y="6953250"/>
            <a:ext cx="47623" cy="828675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9490456" y="6964680"/>
            <a:ext cx="3381375" cy="5924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spc="-10" b="1">
                <a:solidFill>
                  <a:srgbClr val="DFD4DE"/>
                </a:solidFill>
                <a:latin typeface="Cambria"/>
                <a:cs typeface="Cambria"/>
              </a:rPr>
              <a:t>Мотивация</a:t>
            </a:r>
            <a:r>
              <a:rPr dirty="0" sz="1650" spc="-65" b="1">
                <a:solidFill>
                  <a:srgbClr val="DFD4DE"/>
                </a:solidFill>
                <a:latin typeface="Cambria"/>
                <a:cs typeface="Cambria"/>
              </a:rPr>
              <a:t> </a:t>
            </a:r>
            <a:r>
              <a:rPr dirty="0" sz="1650" spc="-10" b="1">
                <a:solidFill>
                  <a:srgbClr val="DFD4DE"/>
                </a:solidFill>
                <a:latin typeface="Cambria"/>
                <a:cs typeface="Cambria"/>
              </a:rPr>
              <a:t>пользователя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dirty="0" sz="1250">
                <a:solidFill>
                  <a:srgbClr val="DFD4DE"/>
                </a:solidFill>
                <a:latin typeface="Tahoma"/>
                <a:cs typeface="Tahoma"/>
              </a:rPr>
              <a:t>Наглядная</a:t>
            </a:r>
            <a:r>
              <a:rPr dirty="0" sz="1250" spc="120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DFD4DE"/>
                </a:solidFill>
                <a:latin typeface="Tahoma"/>
                <a:cs typeface="Tahoma"/>
              </a:rPr>
              <a:t>статистика</a:t>
            </a:r>
            <a:r>
              <a:rPr dirty="0" sz="1250" spc="195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DFD4DE"/>
                </a:solidFill>
                <a:latin typeface="Tahoma"/>
                <a:cs typeface="Tahoma"/>
              </a:rPr>
              <a:t>и</a:t>
            </a:r>
            <a:r>
              <a:rPr dirty="0" sz="1250" spc="60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DFD4DE"/>
                </a:solidFill>
                <a:latin typeface="Tahoma"/>
                <a:cs typeface="Tahoma"/>
              </a:rPr>
              <a:t>графики</a:t>
            </a:r>
            <a:r>
              <a:rPr dirty="0" sz="1250" spc="210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250" spc="35">
                <a:solidFill>
                  <a:srgbClr val="DFD4DE"/>
                </a:solidFill>
                <a:latin typeface="Tahoma"/>
                <a:cs typeface="Tahoma"/>
              </a:rPr>
              <a:t>прогресса</a:t>
            </a:r>
            <a:endParaRPr sz="1250">
              <a:latin typeface="Tahoma"/>
              <a:cs typeface="Tahoma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9525" y="19050"/>
            <a:ext cx="1857375" cy="534035"/>
            <a:chOff x="9525" y="19050"/>
            <a:chExt cx="1857375" cy="534035"/>
          </a:xfrm>
        </p:grpSpPr>
        <p:sp>
          <p:nvSpPr>
            <p:cNvPr id="12" name="object 12" descr=""/>
            <p:cNvSpPr/>
            <p:nvPr/>
          </p:nvSpPr>
          <p:spPr>
            <a:xfrm>
              <a:off x="9525" y="19050"/>
              <a:ext cx="1847850" cy="523875"/>
            </a:xfrm>
            <a:custGeom>
              <a:avLst/>
              <a:gdLst/>
              <a:ahLst/>
              <a:cxnLst/>
              <a:rect l="l" t="t" r="r" b="b"/>
              <a:pathLst>
                <a:path w="1847850" h="523875">
                  <a:moveTo>
                    <a:pt x="1847850" y="0"/>
                  </a:moveTo>
                  <a:lnTo>
                    <a:pt x="0" y="0"/>
                  </a:lnTo>
                  <a:lnTo>
                    <a:pt x="0" y="523875"/>
                  </a:lnTo>
                  <a:lnTo>
                    <a:pt x="1847850" y="523875"/>
                  </a:lnTo>
                  <a:lnTo>
                    <a:pt x="18478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4287" y="23875"/>
              <a:ext cx="1847850" cy="523875"/>
            </a:xfrm>
            <a:custGeom>
              <a:avLst/>
              <a:gdLst/>
              <a:ahLst/>
              <a:cxnLst/>
              <a:rect l="l" t="t" r="r" b="b"/>
              <a:pathLst>
                <a:path w="1847850" h="523875">
                  <a:moveTo>
                    <a:pt x="0" y="523875"/>
                  </a:moveTo>
                  <a:lnTo>
                    <a:pt x="1847850" y="523875"/>
                  </a:lnTo>
                  <a:lnTo>
                    <a:pt x="1847850" y="0"/>
                  </a:lnTo>
                  <a:lnTo>
                    <a:pt x="0" y="0"/>
                  </a:lnTo>
                  <a:lnTo>
                    <a:pt x="0" y="5238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09250" y="1612963"/>
            <a:ext cx="419734" cy="81534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150" spc="-50">
                <a:solidFill>
                  <a:srgbClr val="DFD4DE"/>
                </a:solidFill>
                <a:latin typeface="Georgia"/>
                <a:cs typeface="Georgia"/>
              </a:rPr>
              <a:t>5</a:t>
            </a:r>
            <a:endParaRPr sz="5150">
              <a:latin typeface="Georgia"/>
              <a:cs typeface="Georgi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82942" y="298887"/>
            <a:ext cx="7121525" cy="3095625"/>
          </a:xfrm>
          <a:prstGeom prst="rect">
            <a:avLst/>
          </a:prstGeom>
        </p:spPr>
        <p:txBody>
          <a:bodyPr wrap="square" lIns="0" tIns="3543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790"/>
              </a:spcBef>
            </a:pPr>
            <a:r>
              <a:rPr dirty="0" sz="4100" spc="-10" b="1">
                <a:solidFill>
                  <a:srgbClr val="FF88AD"/>
                </a:solidFill>
                <a:latin typeface="Cambria"/>
                <a:cs typeface="Cambria"/>
              </a:rPr>
              <a:t>Ключевые</a:t>
            </a:r>
            <a:r>
              <a:rPr dirty="0" sz="4100" spc="-225" b="1">
                <a:solidFill>
                  <a:srgbClr val="FF88AD"/>
                </a:solidFill>
                <a:latin typeface="Cambria"/>
                <a:cs typeface="Cambria"/>
              </a:rPr>
              <a:t> </a:t>
            </a:r>
            <a:r>
              <a:rPr dirty="0" sz="4100" b="1">
                <a:solidFill>
                  <a:srgbClr val="FF88AD"/>
                </a:solidFill>
                <a:latin typeface="Cambria"/>
                <a:cs typeface="Cambria"/>
              </a:rPr>
              <a:t>метрики</a:t>
            </a:r>
            <a:r>
              <a:rPr dirty="0" sz="4100" spc="-200" b="1">
                <a:solidFill>
                  <a:srgbClr val="FF88AD"/>
                </a:solidFill>
                <a:latin typeface="Cambria"/>
                <a:cs typeface="Cambria"/>
              </a:rPr>
              <a:t> </a:t>
            </a:r>
            <a:r>
              <a:rPr dirty="0" sz="4100" spc="-10" b="1">
                <a:solidFill>
                  <a:srgbClr val="FF88AD"/>
                </a:solidFill>
                <a:latin typeface="Cambria"/>
                <a:cs typeface="Cambria"/>
              </a:rPr>
              <a:t>проекта</a:t>
            </a:r>
            <a:endParaRPr sz="4100">
              <a:latin typeface="Cambria"/>
              <a:cs typeface="Cambria"/>
            </a:endParaRPr>
          </a:p>
          <a:p>
            <a:pPr algn="ctr" marR="515620">
              <a:lnSpc>
                <a:spcPct val="100000"/>
              </a:lnSpc>
              <a:spcBef>
                <a:spcPts val="3384"/>
              </a:spcBef>
            </a:pPr>
            <a:r>
              <a:rPr dirty="0" sz="5150" spc="-50" b="1">
                <a:solidFill>
                  <a:srgbClr val="DFD4DE"/>
                </a:solidFill>
                <a:latin typeface="Georgia"/>
                <a:cs typeface="Georgia"/>
              </a:rPr>
              <a:t>6</a:t>
            </a:r>
            <a:endParaRPr sz="5150">
              <a:latin typeface="Georgia"/>
              <a:cs typeface="Georgia"/>
            </a:endParaRPr>
          </a:p>
          <a:p>
            <a:pPr algn="ctr" marR="570865">
              <a:lnSpc>
                <a:spcPct val="100000"/>
              </a:lnSpc>
              <a:spcBef>
                <a:spcPts val="1455"/>
              </a:spcBef>
            </a:pPr>
            <a:r>
              <a:rPr dirty="0" sz="2000" spc="-10" b="1">
                <a:solidFill>
                  <a:srgbClr val="DFD4DE"/>
                </a:solidFill>
                <a:latin typeface="Cambria"/>
                <a:cs typeface="Cambria"/>
              </a:rPr>
              <a:t>Модулей</a:t>
            </a:r>
            <a:endParaRPr sz="2000">
              <a:latin typeface="Cambria"/>
              <a:cs typeface="Cambria"/>
            </a:endParaRPr>
          </a:p>
          <a:p>
            <a:pPr algn="ctr" marR="567055">
              <a:lnSpc>
                <a:spcPct val="100000"/>
              </a:lnSpc>
              <a:spcBef>
                <a:spcPts val="1275"/>
              </a:spcBef>
            </a:pPr>
            <a:r>
              <a:rPr dirty="0" sz="1550" spc="50">
                <a:solidFill>
                  <a:srgbClr val="DFD4DE"/>
                </a:solidFill>
                <a:latin typeface="Tahoma"/>
                <a:cs typeface="Tahoma"/>
              </a:rPr>
              <a:t>Полноценных</a:t>
            </a:r>
            <a:r>
              <a:rPr dirty="0" sz="1550" spc="140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550" spc="10">
                <a:solidFill>
                  <a:srgbClr val="DFD4DE"/>
                </a:solidFill>
                <a:latin typeface="Tahoma"/>
                <a:cs typeface="Tahoma"/>
              </a:rPr>
              <a:t>функциональных</a:t>
            </a:r>
            <a:r>
              <a:rPr dirty="0" sz="1550" spc="155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DFD4DE"/>
                </a:solidFill>
                <a:latin typeface="Tahoma"/>
                <a:cs typeface="Tahoma"/>
              </a:rPr>
              <a:t>блоков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997710" y="3662680"/>
            <a:ext cx="3907154" cy="385127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 marL="82550">
              <a:lnSpc>
                <a:spcPct val="100000"/>
              </a:lnSpc>
              <a:spcBef>
                <a:spcPts val="130"/>
              </a:spcBef>
            </a:pPr>
            <a:r>
              <a:rPr dirty="0" sz="5150" spc="-50" b="1">
                <a:solidFill>
                  <a:srgbClr val="DFD4DE"/>
                </a:solidFill>
                <a:latin typeface="Georgia"/>
                <a:cs typeface="Georgia"/>
              </a:rPr>
              <a:t>2</a:t>
            </a:r>
            <a:endParaRPr sz="5150">
              <a:latin typeface="Georgia"/>
              <a:cs typeface="Georgia"/>
            </a:endParaRPr>
          </a:p>
          <a:p>
            <a:pPr algn="ctr" marL="6350">
              <a:lnSpc>
                <a:spcPct val="100000"/>
              </a:lnSpc>
              <a:spcBef>
                <a:spcPts val="2150"/>
              </a:spcBef>
            </a:pPr>
            <a:r>
              <a:rPr dirty="0" sz="2000" b="1">
                <a:solidFill>
                  <a:srgbClr val="DFD4DE"/>
                </a:solidFill>
                <a:latin typeface="Cambria"/>
                <a:cs typeface="Cambria"/>
              </a:rPr>
              <a:t>Типа</a:t>
            </a:r>
            <a:r>
              <a:rPr dirty="0" sz="2000" spc="-15" b="1">
                <a:solidFill>
                  <a:srgbClr val="DFD4DE"/>
                </a:solidFill>
                <a:latin typeface="Cambria"/>
                <a:cs typeface="Cambria"/>
              </a:rPr>
              <a:t> </a:t>
            </a:r>
            <a:r>
              <a:rPr dirty="0" sz="2000" spc="-10" b="1">
                <a:solidFill>
                  <a:srgbClr val="DFD4DE"/>
                </a:solidFill>
                <a:latin typeface="Cambria"/>
                <a:cs typeface="Cambria"/>
              </a:rPr>
              <a:t>привычек</a:t>
            </a:r>
            <a:endParaRPr sz="20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280"/>
              </a:spcBef>
            </a:pPr>
            <a:r>
              <a:rPr dirty="0" sz="1550" spc="55">
                <a:solidFill>
                  <a:srgbClr val="DFD4DE"/>
                </a:solidFill>
                <a:latin typeface="Tahoma"/>
                <a:cs typeface="Tahoma"/>
              </a:rPr>
              <a:t>Ежедневные</a:t>
            </a:r>
            <a:r>
              <a:rPr dirty="0" sz="1550" spc="25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DFD4DE"/>
                </a:solidFill>
                <a:latin typeface="Tahoma"/>
                <a:cs typeface="Tahoma"/>
              </a:rPr>
              <a:t>и </a:t>
            </a:r>
            <a:r>
              <a:rPr dirty="0" sz="1550" spc="35">
                <a:solidFill>
                  <a:srgbClr val="DFD4DE"/>
                </a:solidFill>
                <a:latin typeface="Tahoma"/>
                <a:cs typeface="Tahoma"/>
              </a:rPr>
              <a:t>еженедельные</a:t>
            </a:r>
            <a:endParaRPr sz="15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1550">
              <a:latin typeface="Tahoma"/>
              <a:cs typeface="Tahoma"/>
            </a:endParaRPr>
          </a:p>
          <a:p>
            <a:pPr algn="ctr" marL="6985">
              <a:lnSpc>
                <a:spcPct val="100000"/>
              </a:lnSpc>
              <a:spcBef>
                <a:spcPts val="5"/>
              </a:spcBef>
            </a:pPr>
            <a:r>
              <a:rPr dirty="0" sz="5150" spc="-430" b="1">
                <a:solidFill>
                  <a:srgbClr val="DFD4DE"/>
                </a:solidFill>
                <a:latin typeface="Georgia"/>
                <a:cs typeface="Georgia"/>
              </a:rPr>
              <a:t>0₽</a:t>
            </a:r>
            <a:endParaRPr sz="5150">
              <a:latin typeface="Georgia"/>
              <a:cs typeface="Georgia"/>
            </a:endParaRPr>
          </a:p>
          <a:p>
            <a:pPr algn="ctr" marL="4445">
              <a:lnSpc>
                <a:spcPct val="100000"/>
              </a:lnSpc>
              <a:spcBef>
                <a:spcPts val="2150"/>
              </a:spcBef>
            </a:pPr>
            <a:r>
              <a:rPr dirty="0" sz="2000" spc="-10" b="1">
                <a:solidFill>
                  <a:srgbClr val="DFD4DE"/>
                </a:solidFill>
                <a:latin typeface="Cambria"/>
                <a:cs typeface="Cambria"/>
              </a:rPr>
              <a:t>Стоимость</a:t>
            </a:r>
            <a:endParaRPr sz="20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275"/>
              </a:spcBef>
            </a:pPr>
            <a:r>
              <a:rPr dirty="0" sz="1550" spc="60">
                <a:solidFill>
                  <a:srgbClr val="DFD4DE"/>
                </a:solidFill>
                <a:latin typeface="Tahoma"/>
                <a:cs typeface="Tahoma"/>
              </a:rPr>
              <a:t>Полностью</a:t>
            </a:r>
            <a:r>
              <a:rPr dirty="0" sz="1550" spc="-5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DFD4DE"/>
                </a:solidFill>
                <a:latin typeface="Tahoma"/>
                <a:cs typeface="Tahoma"/>
              </a:rPr>
              <a:t>бесплатно</a:t>
            </a:r>
            <a:r>
              <a:rPr dirty="0" sz="1550" spc="5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550" spc="50">
                <a:solidFill>
                  <a:srgbClr val="DFD4DE"/>
                </a:solidFill>
                <a:latin typeface="Tahoma"/>
                <a:cs typeface="Tahoma"/>
              </a:rPr>
              <a:t>для</a:t>
            </a:r>
            <a:r>
              <a:rPr dirty="0" sz="1550" spc="-35">
                <a:solidFill>
                  <a:srgbClr val="DFD4DE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DFD4DE"/>
                </a:solidFill>
                <a:latin typeface="Tahoma"/>
                <a:cs typeface="Tahoma"/>
              </a:rPr>
              <a:t>пользователя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idx="3" sz="half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algn="ctr" marR="3175">
              <a:lnSpc>
                <a:spcPct val="100000"/>
              </a:lnSpc>
              <a:spcBef>
                <a:spcPts val="125"/>
              </a:spcBef>
            </a:pPr>
            <a:r>
              <a:rPr dirty="0" spc="-10"/>
              <a:t>Настроений</a:t>
            </a:r>
          </a:p>
          <a:p>
            <a:pPr algn="ctr" marR="5080">
              <a:lnSpc>
                <a:spcPct val="100000"/>
              </a:lnSpc>
              <a:spcBef>
                <a:spcPts val="1275"/>
              </a:spcBef>
            </a:pPr>
            <a:r>
              <a:rPr dirty="0" sz="1550" b="0">
                <a:latin typeface="Tahoma"/>
                <a:cs typeface="Tahoma"/>
              </a:rPr>
              <a:t>Градаций:</a:t>
            </a:r>
            <a:r>
              <a:rPr dirty="0" sz="1550" spc="80" b="0">
                <a:latin typeface="Tahoma"/>
                <a:cs typeface="Tahoma"/>
              </a:rPr>
              <a:t> </a:t>
            </a:r>
            <a:r>
              <a:rPr dirty="0" sz="1550" b="0">
                <a:latin typeface="Tahoma"/>
                <a:cs typeface="Tahoma"/>
              </a:rPr>
              <a:t>от</a:t>
            </a:r>
            <a:r>
              <a:rPr dirty="0" sz="1550" spc="50" b="0">
                <a:latin typeface="Tahoma"/>
                <a:cs typeface="Tahoma"/>
              </a:rPr>
              <a:t> </a:t>
            </a:r>
            <a:r>
              <a:rPr dirty="0" sz="1550" spc="60" b="0">
                <a:latin typeface="Tahoma"/>
                <a:cs typeface="Tahoma"/>
              </a:rPr>
              <a:t>«Ужасно»</a:t>
            </a:r>
            <a:r>
              <a:rPr dirty="0" sz="1550" spc="80" b="0">
                <a:latin typeface="Tahoma"/>
                <a:cs typeface="Tahoma"/>
              </a:rPr>
              <a:t> </a:t>
            </a:r>
            <a:r>
              <a:rPr dirty="0" sz="1550" b="0">
                <a:latin typeface="Tahoma"/>
                <a:cs typeface="Tahoma"/>
              </a:rPr>
              <a:t>до</a:t>
            </a:r>
            <a:r>
              <a:rPr dirty="0" sz="1550" spc="90" b="0">
                <a:latin typeface="Tahoma"/>
                <a:cs typeface="Tahoma"/>
              </a:rPr>
              <a:t> </a:t>
            </a:r>
            <a:r>
              <a:rPr dirty="0" sz="1550" spc="-10" b="0">
                <a:latin typeface="Tahoma"/>
                <a:cs typeface="Tahoma"/>
              </a:rPr>
              <a:t>«Отлично»</a:t>
            </a:r>
            <a:endParaRPr sz="15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endParaRPr sz="1550">
              <a:latin typeface="Tahoma"/>
              <a:cs typeface="Tahoma"/>
            </a:endParaRPr>
          </a:p>
          <a:p>
            <a:pPr algn="ctr" marL="40640">
              <a:lnSpc>
                <a:spcPct val="100000"/>
              </a:lnSpc>
            </a:pPr>
            <a:r>
              <a:rPr dirty="0" sz="5150" spc="-25">
                <a:latin typeface="Georgia"/>
                <a:cs typeface="Georgia"/>
              </a:rPr>
              <a:t>10</a:t>
            </a:r>
            <a:r>
              <a:rPr dirty="0" sz="5150" spc="-25"/>
              <a:t>с</a:t>
            </a:r>
            <a:endParaRPr sz="5150">
              <a:latin typeface="Georgia"/>
              <a:cs typeface="Georgia"/>
            </a:endParaRPr>
          </a:p>
          <a:p>
            <a:pPr algn="ctr">
              <a:lnSpc>
                <a:spcPct val="100000"/>
              </a:lnSpc>
              <a:spcBef>
                <a:spcPts val="2075"/>
              </a:spcBef>
            </a:pPr>
            <a:r>
              <a:rPr dirty="0"/>
              <a:t>На</a:t>
            </a:r>
            <a:r>
              <a:rPr dirty="0" spc="45"/>
              <a:t> </a:t>
            </a:r>
            <a:r>
              <a:rPr dirty="0" spc="-10"/>
              <a:t>запись</a:t>
            </a:r>
          </a:p>
          <a:p>
            <a:pPr algn="ctr">
              <a:lnSpc>
                <a:spcPct val="100000"/>
              </a:lnSpc>
              <a:spcBef>
                <a:spcPts val="1280"/>
              </a:spcBef>
            </a:pPr>
            <a:r>
              <a:rPr dirty="0" sz="1550" spc="50" b="0">
                <a:latin typeface="Tahoma"/>
                <a:cs typeface="Tahoma"/>
              </a:rPr>
              <a:t>Быстрая</a:t>
            </a:r>
            <a:r>
              <a:rPr dirty="0" sz="1550" spc="170" b="0">
                <a:latin typeface="Tahoma"/>
                <a:cs typeface="Tahoma"/>
              </a:rPr>
              <a:t> </a:t>
            </a:r>
            <a:r>
              <a:rPr dirty="0" sz="1550" spc="50" b="0">
                <a:latin typeface="Tahoma"/>
                <a:cs typeface="Tahoma"/>
              </a:rPr>
              <a:t>отметка</a:t>
            </a:r>
            <a:r>
              <a:rPr dirty="0" sz="1550" spc="105" b="0">
                <a:latin typeface="Tahoma"/>
                <a:cs typeface="Tahoma"/>
              </a:rPr>
              <a:t> </a:t>
            </a:r>
            <a:r>
              <a:rPr dirty="0" sz="1550" b="0">
                <a:latin typeface="Tahoma"/>
                <a:cs typeface="Tahoma"/>
              </a:rPr>
              <a:t>без</a:t>
            </a:r>
            <a:r>
              <a:rPr dirty="0" sz="1550" spc="70" b="0">
                <a:latin typeface="Tahoma"/>
                <a:cs typeface="Tahoma"/>
              </a:rPr>
              <a:t> </a:t>
            </a:r>
            <a:r>
              <a:rPr dirty="0" sz="1550" b="0">
                <a:latin typeface="Tahoma"/>
                <a:cs typeface="Tahoma"/>
              </a:rPr>
              <a:t>лишних</a:t>
            </a:r>
            <a:r>
              <a:rPr dirty="0" sz="1550" spc="65" b="0">
                <a:latin typeface="Tahoma"/>
                <a:cs typeface="Tahoma"/>
              </a:rPr>
              <a:t> </a:t>
            </a:r>
            <a:r>
              <a:rPr dirty="0" sz="1550" spc="-10" b="0">
                <a:latin typeface="Tahoma"/>
                <a:cs typeface="Tahoma"/>
              </a:rPr>
              <a:t>шагов</a:t>
            </a:r>
            <a:endParaRPr sz="15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50"/>
              </a:spcBef>
            </a:pPr>
            <a:endParaRPr sz="1550">
              <a:latin typeface="Tahoma"/>
              <a:cs typeface="Tahoma"/>
            </a:endParaRPr>
          </a:p>
          <a:p>
            <a:pPr algn="ctr" marL="70485">
              <a:lnSpc>
                <a:spcPct val="100000"/>
              </a:lnSpc>
            </a:pPr>
            <a:r>
              <a:rPr dirty="0" sz="5150" spc="-605">
                <a:latin typeface="Georgia"/>
                <a:cs typeface="Georgia"/>
              </a:rPr>
              <a:t>1</a:t>
            </a:r>
            <a:r>
              <a:rPr dirty="0" sz="5150" spc="-580">
                <a:latin typeface="Georgia"/>
                <a:cs typeface="Georgia"/>
              </a:rPr>
              <a:t>0</a:t>
            </a:r>
            <a:r>
              <a:rPr dirty="0" sz="5150" spc="-655">
                <a:latin typeface="Georgia"/>
                <a:cs typeface="Georgia"/>
              </a:rPr>
              <a:t>0</a:t>
            </a:r>
            <a:r>
              <a:rPr dirty="0" sz="5150" spc="-20">
                <a:latin typeface="Georgia"/>
                <a:cs typeface="Georgia"/>
              </a:rPr>
              <a:t>%</a:t>
            </a:r>
            <a:endParaRPr sz="5150">
              <a:latin typeface="Georgia"/>
              <a:cs typeface="Georgia"/>
            </a:endParaRPr>
          </a:p>
          <a:p>
            <a:pPr algn="ctr">
              <a:lnSpc>
                <a:spcPct val="100000"/>
              </a:lnSpc>
              <a:spcBef>
                <a:spcPts val="2080"/>
              </a:spcBef>
            </a:pPr>
            <a:r>
              <a:rPr dirty="0"/>
              <a:t>Контроль</a:t>
            </a:r>
            <a:r>
              <a:rPr dirty="0" spc="50"/>
              <a:t> </a:t>
            </a:r>
            <a:r>
              <a:rPr dirty="0" spc="-10"/>
              <a:t>данных</a:t>
            </a:r>
          </a:p>
          <a:p>
            <a:pPr algn="ctr">
              <a:lnSpc>
                <a:spcPct val="100000"/>
              </a:lnSpc>
              <a:spcBef>
                <a:spcPts val="1275"/>
              </a:spcBef>
            </a:pPr>
            <a:r>
              <a:rPr dirty="0" sz="1550" spc="60" b="0">
                <a:latin typeface="Tahoma"/>
                <a:cs typeface="Tahoma"/>
              </a:rPr>
              <a:t>Локальное</a:t>
            </a:r>
            <a:r>
              <a:rPr dirty="0" sz="1550" spc="65" b="0">
                <a:latin typeface="Tahoma"/>
                <a:cs typeface="Tahoma"/>
              </a:rPr>
              <a:t> </a:t>
            </a:r>
            <a:r>
              <a:rPr dirty="0" sz="1550" b="0">
                <a:latin typeface="Tahoma"/>
                <a:cs typeface="Tahoma"/>
              </a:rPr>
              <a:t>хранение,</a:t>
            </a:r>
            <a:r>
              <a:rPr dirty="0" sz="1550" spc="90" b="0">
                <a:latin typeface="Tahoma"/>
                <a:cs typeface="Tahoma"/>
              </a:rPr>
              <a:t> </a:t>
            </a:r>
            <a:r>
              <a:rPr dirty="0" sz="1550" b="0">
                <a:latin typeface="Tahoma"/>
                <a:cs typeface="Tahoma"/>
              </a:rPr>
              <a:t>без</a:t>
            </a:r>
            <a:r>
              <a:rPr dirty="0" sz="1550" spc="200" b="0">
                <a:latin typeface="Tahoma"/>
                <a:cs typeface="Tahoma"/>
              </a:rPr>
              <a:t> </a:t>
            </a:r>
            <a:r>
              <a:rPr dirty="0" sz="1550" spc="45" b="0">
                <a:latin typeface="Tahoma"/>
                <a:cs typeface="Tahoma"/>
              </a:rPr>
              <a:t>передачи</a:t>
            </a:r>
            <a:r>
              <a:rPr dirty="0" sz="1550" spc="125" b="0">
                <a:latin typeface="Tahoma"/>
                <a:cs typeface="Tahoma"/>
              </a:rPr>
              <a:t> </a:t>
            </a:r>
            <a:r>
              <a:rPr dirty="0" sz="1550" spc="60" b="0">
                <a:latin typeface="Tahoma"/>
                <a:cs typeface="Tahoma"/>
              </a:rPr>
              <a:t>третьим</a:t>
            </a:r>
            <a:r>
              <a:rPr dirty="0" sz="1550" spc="35" b="0">
                <a:latin typeface="Tahoma"/>
                <a:cs typeface="Tahoma"/>
              </a:rPr>
              <a:t> </a:t>
            </a:r>
            <a:r>
              <a:rPr dirty="0" sz="1550" spc="-10" b="0">
                <a:latin typeface="Tahoma"/>
                <a:cs typeface="Tahoma"/>
              </a:rPr>
              <a:t>лицам</a:t>
            </a:r>
            <a:endParaRPr sz="1550">
              <a:latin typeface="Tahoma"/>
              <a:cs typeface="Tahoma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9525" y="19050"/>
            <a:ext cx="1857375" cy="534035"/>
            <a:chOff x="9525" y="19050"/>
            <a:chExt cx="1857375" cy="534035"/>
          </a:xfrm>
        </p:grpSpPr>
        <p:sp>
          <p:nvSpPr>
            <p:cNvPr id="7" name="object 7" descr=""/>
            <p:cNvSpPr/>
            <p:nvPr/>
          </p:nvSpPr>
          <p:spPr>
            <a:xfrm>
              <a:off x="9525" y="19050"/>
              <a:ext cx="1847850" cy="523875"/>
            </a:xfrm>
            <a:custGeom>
              <a:avLst/>
              <a:gdLst/>
              <a:ahLst/>
              <a:cxnLst/>
              <a:rect l="l" t="t" r="r" b="b"/>
              <a:pathLst>
                <a:path w="1847850" h="523875">
                  <a:moveTo>
                    <a:pt x="1847850" y="0"/>
                  </a:moveTo>
                  <a:lnTo>
                    <a:pt x="0" y="0"/>
                  </a:lnTo>
                  <a:lnTo>
                    <a:pt x="0" y="523875"/>
                  </a:lnTo>
                  <a:lnTo>
                    <a:pt x="1847850" y="523875"/>
                  </a:lnTo>
                  <a:lnTo>
                    <a:pt x="18478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4287" y="23875"/>
              <a:ext cx="1847850" cy="523875"/>
            </a:xfrm>
            <a:custGeom>
              <a:avLst/>
              <a:gdLst/>
              <a:ahLst/>
              <a:cxnLst/>
              <a:rect l="l" t="t" r="r" b="b"/>
              <a:pathLst>
                <a:path w="1847850" h="523875">
                  <a:moveTo>
                    <a:pt x="0" y="523875"/>
                  </a:moveTo>
                  <a:lnTo>
                    <a:pt x="1847850" y="523875"/>
                  </a:lnTo>
                  <a:lnTo>
                    <a:pt x="1847850" y="0"/>
                  </a:lnTo>
                  <a:lnTo>
                    <a:pt x="0" y="0"/>
                  </a:lnTo>
                  <a:lnTo>
                    <a:pt x="0" y="5238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525" y="19050"/>
            <a:ext cx="1857375" cy="534035"/>
            <a:chOff x="9525" y="19050"/>
            <a:chExt cx="1857375" cy="534035"/>
          </a:xfrm>
        </p:grpSpPr>
        <p:sp>
          <p:nvSpPr>
            <p:cNvPr id="3" name="object 3" descr=""/>
            <p:cNvSpPr/>
            <p:nvPr/>
          </p:nvSpPr>
          <p:spPr>
            <a:xfrm>
              <a:off x="9525" y="19050"/>
              <a:ext cx="1847850" cy="523875"/>
            </a:xfrm>
            <a:custGeom>
              <a:avLst/>
              <a:gdLst/>
              <a:ahLst/>
              <a:cxnLst/>
              <a:rect l="l" t="t" r="r" b="b"/>
              <a:pathLst>
                <a:path w="1847850" h="523875">
                  <a:moveTo>
                    <a:pt x="1847850" y="0"/>
                  </a:moveTo>
                  <a:lnTo>
                    <a:pt x="0" y="0"/>
                  </a:lnTo>
                  <a:lnTo>
                    <a:pt x="0" y="523875"/>
                  </a:lnTo>
                  <a:lnTo>
                    <a:pt x="1847850" y="523875"/>
                  </a:lnTo>
                  <a:lnTo>
                    <a:pt x="18478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4287" y="23875"/>
              <a:ext cx="1847850" cy="523875"/>
            </a:xfrm>
            <a:custGeom>
              <a:avLst/>
              <a:gdLst/>
              <a:ahLst/>
              <a:cxnLst/>
              <a:rect l="l" t="t" r="r" b="b"/>
              <a:pathLst>
                <a:path w="1847850" h="523875">
                  <a:moveTo>
                    <a:pt x="0" y="523875"/>
                  </a:moveTo>
                  <a:lnTo>
                    <a:pt x="1847850" y="523875"/>
                  </a:lnTo>
                  <a:lnTo>
                    <a:pt x="1847850" y="0"/>
                  </a:lnTo>
                  <a:lnTo>
                    <a:pt x="0" y="0"/>
                  </a:lnTo>
                  <a:lnTo>
                    <a:pt x="0" y="5238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4286250">
              <a:lnSpc>
                <a:spcPct val="100000"/>
              </a:lnSpc>
              <a:spcBef>
                <a:spcPts val="130"/>
              </a:spcBef>
            </a:pPr>
            <a:r>
              <a:rPr dirty="0"/>
              <a:t>Результаты</a:t>
            </a:r>
            <a:r>
              <a:rPr dirty="0" spc="-185"/>
              <a:t> </a:t>
            </a:r>
            <a:r>
              <a:rPr dirty="0" spc="-10"/>
              <a:t>Проекта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48200" y="1238250"/>
            <a:ext cx="9029700" cy="6391275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335597" y="1262951"/>
            <a:ext cx="1361440" cy="4489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750" b="1">
                <a:solidFill>
                  <a:srgbClr val="FF88AD"/>
                </a:solidFill>
                <a:latin typeface="Cambria"/>
                <a:cs typeface="Cambria"/>
              </a:rPr>
              <a:t>1</a:t>
            </a:r>
            <a:r>
              <a:rPr dirty="0" sz="2750" spc="15" b="1">
                <a:solidFill>
                  <a:srgbClr val="FF88AD"/>
                </a:solidFill>
                <a:latin typeface="Cambria"/>
                <a:cs typeface="Cambria"/>
              </a:rPr>
              <a:t> </a:t>
            </a:r>
            <a:r>
              <a:rPr dirty="0" sz="2750" spc="-10" b="1">
                <a:solidFill>
                  <a:srgbClr val="FF88AD"/>
                </a:solidFill>
                <a:latin typeface="Cambria"/>
                <a:cs typeface="Cambria"/>
              </a:rPr>
              <a:t>часть:</a:t>
            </a:r>
            <a:endParaRPr sz="2750">
              <a:latin typeface="Cambria"/>
              <a:cs typeface="Cambri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35597" y="1939607"/>
            <a:ext cx="4020185" cy="490982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25"/>
              </a:spcBef>
              <a:buFont typeface="Cambria"/>
              <a:buChar char="•"/>
              <a:tabLst>
                <a:tab pos="354965" algn="l"/>
              </a:tabLst>
            </a:pP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Выбор</a:t>
            </a:r>
            <a:r>
              <a:rPr dirty="0" sz="1550" spc="16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настроения</a:t>
            </a:r>
            <a:r>
              <a:rPr dirty="0" sz="1550" spc="15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—</a:t>
            </a:r>
            <a:r>
              <a:rPr dirty="0" sz="1550" spc="12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r>
              <a:rPr dirty="0" sz="1550" spc="8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вариантов</a:t>
            </a:r>
            <a:r>
              <a:rPr dirty="0" sz="1550" spc="5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spc="-25" b="1">
                <a:solidFill>
                  <a:srgbClr val="FFFFFF"/>
                </a:solidFill>
                <a:latin typeface="Cambria"/>
                <a:cs typeface="Cambria"/>
              </a:rPr>
              <a:t>от</a:t>
            </a:r>
            <a:endParaRPr sz="1550">
              <a:latin typeface="Cambria"/>
              <a:cs typeface="Cambria"/>
            </a:endParaRPr>
          </a:p>
          <a:p>
            <a:pPr marL="354965">
              <a:lnSpc>
                <a:spcPct val="100000"/>
              </a:lnSpc>
              <a:spcBef>
                <a:spcPts val="95"/>
              </a:spcBef>
            </a:pP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«Ужасно»</a:t>
            </a:r>
            <a:r>
              <a:rPr dirty="0" sz="1550" spc="14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до</a:t>
            </a:r>
            <a:r>
              <a:rPr dirty="0" sz="1550" spc="5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«Отлично»</a:t>
            </a:r>
            <a:r>
              <a:rPr dirty="0" sz="1550" spc="14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с</a:t>
            </a:r>
            <a:r>
              <a:rPr dirty="0" sz="1550" spc="16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spc="-10" b="1">
                <a:solidFill>
                  <a:srgbClr val="FFFFFF"/>
                </a:solidFill>
                <a:latin typeface="Cambria"/>
                <a:cs typeface="Cambria"/>
              </a:rPr>
              <a:t>эмодзи</a:t>
            </a:r>
            <a:endParaRPr sz="15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550">
              <a:latin typeface="Cambria"/>
              <a:cs typeface="Cambria"/>
            </a:endParaRPr>
          </a:p>
          <a:p>
            <a:pPr marL="354965" marR="115570" indent="-342900">
              <a:lnSpc>
                <a:spcPct val="104900"/>
              </a:lnSpc>
              <a:buFont typeface="Cambria"/>
              <a:buChar char="•"/>
              <a:tabLst>
                <a:tab pos="354965" algn="l"/>
              </a:tabLst>
            </a:pP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Поле</a:t>
            </a:r>
            <a:r>
              <a:rPr dirty="0" sz="1550" spc="10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для</a:t>
            </a:r>
            <a:r>
              <a:rPr dirty="0" sz="1550" spc="10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заметки</a:t>
            </a:r>
            <a:r>
              <a:rPr dirty="0" sz="1550" spc="11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—</a:t>
            </a:r>
            <a:r>
              <a:rPr dirty="0" sz="1550" spc="114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можно</a:t>
            </a:r>
            <a:r>
              <a:rPr dirty="0" sz="1550" spc="12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spc="-10" b="1">
                <a:solidFill>
                  <a:srgbClr val="FFFFFF"/>
                </a:solidFill>
                <a:latin typeface="Cambria"/>
                <a:cs typeface="Cambria"/>
              </a:rPr>
              <a:t>описать </a:t>
            </a:r>
            <a:r>
              <a:rPr dirty="0" sz="1550" spc="-20" b="1">
                <a:solidFill>
                  <a:srgbClr val="FFFFFF"/>
                </a:solidFill>
                <a:latin typeface="Cambria"/>
                <a:cs typeface="Cambria"/>
              </a:rPr>
              <a:t>день</a:t>
            </a:r>
            <a:endParaRPr sz="15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55"/>
              </a:spcBef>
              <a:buClr>
                <a:srgbClr val="FFFFFF"/>
              </a:buClr>
              <a:buFont typeface="Cambria"/>
              <a:buChar char="•"/>
            </a:pPr>
            <a:endParaRPr sz="155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Cambria"/>
              <a:buChar char="•"/>
              <a:tabLst>
                <a:tab pos="354965" algn="l"/>
              </a:tabLst>
            </a:pP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Кнопка</a:t>
            </a:r>
            <a:r>
              <a:rPr dirty="0" sz="1550" spc="17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сохранения</a:t>
            </a:r>
            <a:r>
              <a:rPr dirty="0" sz="1550" spc="19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spc="-10" b="1">
                <a:solidFill>
                  <a:srgbClr val="FFFFFF"/>
                </a:solidFill>
                <a:latin typeface="Cambria"/>
                <a:cs typeface="Cambria"/>
              </a:rPr>
              <a:t>записи</a:t>
            </a:r>
            <a:endParaRPr sz="15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50"/>
              </a:spcBef>
              <a:buClr>
                <a:srgbClr val="FFFFFF"/>
              </a:buClr>
              <a:buFont typeface="Cambria"/>
              <a:buChar char="•"/>
            </a:pPr>
            <a:endParaRPr sz="1550">
              <a:latin typeface="Cambria"/>
              <a:cs typeface="Cambria"/>
            </a:endParaRPr>
          </a:p>
          <a:p>
            <a:pPr algn="r" marL="342265" marR="264160" indent="-342265">
              <a:lnSpc>
                <a:spcPct val="100000"/>
              </a:lnSpc>
              <a:buFont typeface="Cambria"/>
              <a:buChar char="•"/>
              <a:tabLst>
                <a:tab pos="342265" algn="l"/>
              </a:tabLst>
            </a:pP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Статистика</a:t>
            </a:r>
            <a:r>
              <a:rPr dirty="0" sz="1550" spc="14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—</a:t>
            </a:r>
            <a:r>
              <a:rPr dirty="0" sz="1550" spc="14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среднее</a:t>
            </a:r>
            <a:r>
              <a:rPr dirty="0" sz="1550" spc="12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spc="-10" b="1">
                <a:solidFill>
                  <a:srgbClr val="FFFFFF"/>
                </a:solidFill>
                <a:latin typeface="Cambria"/>
                <a:cs typeface="Cambria"/>
              </a:rPr>
              <a:t>настроение</a:t>
            </a:r>
            <a:endParaRPr sz="1550">
              <a:latin typeface="Cambria"/>
              <a:cs typeface="Cambria"/>
            </a:endParaRPr>
          </a:p>
          <a:p>
            <a:pPr algn="r" marR="215265">
              <a:lnSpc>
                <a:spcPct val="100000"/>
              </a:lnSpc>
              <a:spcBef>
                <a:spcPts val="90"/>
              </a:spcBef>
            </a:pP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(6.3/10)</a:t>
            </a:r>
            <a:r>
              <a:rPr dirty="0" sz="1550" spc="17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и</a:t>
            </a:r>
            <a:r>
              <a:rPr dirty="0" sz="1550" spc="114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количество</a:t>
            </a:r>
            <a:r>
              <a:rPr dirty="0" sz="1550" spc="14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записей</a:t>
            </a:r>
            <a:r>
              <a:rPr dirty="0" sz="1550" spc="114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spc="-20" b="1">
                <a:solidFill>
                  <a:srgbClr val="FFFFFF"/>
                </a:solidFill>
                <a:latin typeface="Cambria"/>
                <a:cs typeface="Cambria"/>
              </a:rPr>
              <a:t>(13)</a:t>
            </a:r>
            <a:endParaRPr sz="15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550">
              <a:latin typeface="Cambria"/>
              <a:cs typeface="Cambria"/>
            </a:endParaRPr>
          </a:p>
          <a:p>
            <a:pPr marL="354965" marR="538480" indent="-342900">
              <a:lnSpc>
                <a:spcPct val="101000"/>
              </a:lnSpc>
              <a:buFont typeface="Cambria"/>
              <a:buChar char="•"/>
              <a:tabLst>
                <a:tab pos="354965" algn="l"/>
              </a:tabLst>
            </a:pP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Распределение</a:t>
            </a:r>
            <a:r>
              <a:rPr dirty="0" sz="1550" spc="15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настроений</a:t>
            </a:r>
            <a:r>
              <a:rPr dirty="0" sz="1550" spc="23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—</a:t>
            </a:r>
            <a:r>
              <a:rPr dirty="0" sz="1550" spc="16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spc="-50" b="1">
                <a:solidFill>
                  <a:srgbClr val="FFFFFF"/>
                </a:solidFill>
                <a:latin typeface="Cambria"/>
                <a:cs typeface="Cambria"/>
              </a:rPr>
              <a:t>в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процентах</a:t>
            </a:r>
            <a:r>
              <a:rPr dirty="0" sz="1550" spc="12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и</a:t>
            </a:r>
            <a:r>
              <a:rPr dirty="0" sz="1550" spc="114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spc="-10" b="1">
                <a:solidFill>
                  <a:srgbClr val="FFFFFF"/>
                </a:solidFill>
                <a:latin typeface="Cambria"/>
                <a:cs typeface="Cambria"/>
              </a:rPr>
              <a:t>количестве</a:t>
            </a:r>
            <a:endParaRPr sz="15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25"/>
              </a:spcBef>
              <a:buClr>
                <a:srgbClr val="FFFFFF"/>
              </a:buClr>
              <a:buFont typeface="Cambria"/>
              <a:buChar char="•"/>
            </a:pPr>
            <a:endParaRPr sz="155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Cambria"/>
              <a:buChar char="•"/>
              <a:tabLst>
                <a:tab pos="354965" algn="l"/>
              </a:tabLst>
            </a:pP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Прогресс</a:t>
            </a:r>
            <a:r>
              <a:rPr dirty="0" sz="1550" spc="14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привычек</a:t>
            </a:r>
            <a:r>
              <a:rPr dirty="0" sz="1550" spc="114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—</a:t>
            </a:r>
            <a:r>
              <a:rPr dirty="0" sz="1550" spc="13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spc="-10" b="1">
                <a:solidFill>
                  <a:srgbClr val="FFFFFF"/>
                </a:solidFill>
                <a:latin typeface="Cambria"/>
                <a:cs typeface="Cambria"/>
              </a:rPr>
              <a:t>например,</a:t>
            </a:r>
            <a:endParaRPr sz="1550">
              <a:latin typeface="Cambria"/>
              <a:cs typeface="Cambria"/>
            </a:endParaRPr>
          </a:p>
          <a:p>
            <a:pPr marL="354965">
              <a:lnSpc>
                <a:spcPct val="100000"/>
              </a:lnSpc>
              <a:spcBef>
                <a:spcPts val="20"/>
              </a:spcBef>
            </a:pP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«спорт»</a:t>
            </a:r>
            <a:r>
              <a:rPr dirty="0" sz="1550" spc="11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с</a:t>
            </a:r>
            <a:r>
              <a:rPr dirty="0" sz="1550" spc="114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процентом</a:t>
            </a:r>
            <a:r>
              <a:rPr dirty="0" sz="1550" spc="13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spc="-10" b="1">
                <a:solidFill>
                  <a:srgbClr val="FFFFFF"/>
                </a:solidFill>
                <a:latin typeface="Cambria"/>
                <a:cs typeface="Cambria"/>
              </a:rPr>
              <a:t>выполнения</a:t>
            </a:r>
            <a:endParaRPr sz="15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550">
              <a:latin typeface="Cambria"/>
              <a:cs typeface="Cambria"/>
            </a:endParaRPr>
          </a:p>
          <a:p>
            <a:pPr algn="just" marL="12700" marR="5080">
              <a:lnSpc>
                <a:spcPct val="104900"/>
              </a:lnSpc>
            </a:pP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Всё</a:t>
            </a:r>
            <a:r>
              <a:rPr dirty="0" sz="1550" spc="14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управление</a:t>
            </a:r>
            <a:r>
              <a:rPr dirty="0" sz="1550" spc="14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сосредоточено</a:t>
            </a:r>
            <a:r>
              <a:rPr dirty="0" sz="1550" spc="16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на</a:t>
            </a:r>
            <a:r>
              <a:rPr dirty="0" sz="1550" spc="12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spc="-10" b="1">
                <a:solidFill>
                  <a:srgbClr val="FFFFFF"/>
                </a:solidFill>
                <a:latin typeface="Cambria"/>
                <a:cs typeface="Cambria"/>
              </a:rPr>
              <a:t>одном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экране</a:t>
            </a:r>
            <a:r>
              <a:rPr dirty="0" sz="1550" spc="6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—</a:t>
            </a:r>
            <a:r>
              <a:rPr dirty="0" sz="1550" spc="12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быстро,</a:t>
            </a:r>
            <a:r>
              <a:rPr dirty="0" sz="1550" spc="13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наглядно,</a:t>
            </a:r>
            <a:r>
              <a:rPr dirty="0" sz="1550" spc="13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без</a:t>
            </a:r>
            <a:r>
              <a:rPr dirty="0" sz="1550" spc="11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spc="-10" b="1">
                <a:solidFill>
                  <a:srgbClr val="FFFFFF"/>
                </a:solidFill>
                <a:latin typeface="Cambria"/>
                <a:cs typeface="Cambria"/>
              </a:rPr>
              <a:t>лишних действий.</a:t>
            </a:r>
            <a:endParaRPr sz="15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525" y="19050"/>
            <a:ext cx="1857375" cy="534035"/>
            <a:chOff x="9525" y="19050"/>
            <a:chExt cx="1857375" cy="534035"/>
          </a:xfrm>
        </p:grpSpPr>
        <p:sp>
          <p:nvSpPr>
            <p:cNvPr id="3" name="object 3" descr=""/>
            <p:cNvSpPr/>
            <p:nvPr/>
          </p:nvSpPr>
          <p:spPr>
            <a:xfrm>
              <a:off x="9525" y="19050"/>
              <a:ext cx="1847850" cy="523875"/>
            </a:xfrm>
            <a:custGeom>
              <a:avLst/>
              <a:gdLst/>
              <a:ahLst/>
              <a:cxnLst/>
              <a:rect l="l" t="t" r="r" b="b"/>
              <a:pathLst>
                <a:path w="1847850" h="523875">
                  <a:moveTo>
                    <a:pt x="1847850" y="0"/>
                  </a:moveTo>
                  <a:lnTo>
                    <a:pt x="0" y="0"/>
                  </a:lnTo>
                  <a:lnTo>
                    <a:pt x="0" y="523875"/>
                  </a:lnTo>
                  <a:lnTo>
                    <a:pt x="1847850" y="523875"/>
                  </a:lnTo>
                  <a:lnTo>
                    <a:pt x="18478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4287" y="23875"/>
              <a:ext cx="1847850" cy="523875"/>
            </a:xfrm>
            <a:custGeom>
              <a:avLst/>
              <a:gdLst/>
              <a:ahLst/>
              <a:cxnLst/>
              <a:rect l="l" t="t" r="r" b="b"/>
              <a:pathLst>
                <a:path w="1847850" h="523875">
                  <a:moveTo>
                    <a:pt x="0" y="523875"/>
                  </a:moveTo>
                  <a:lnTo>
                    <a:pt x="1847850" y="523875"/>
                  </a:lnTo>
                  <a:lnTo>
                    <a:pt x="1847850" y="0"/>
                  </a:lnTo>
                  <a:lnTo>
                    <a:pt x="0" y="0"/>
                  </a:lnTo>
                  <a:lnTo>
                    <a:pt x="0" y="5238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4286250">
              <a:lnSpc>
                <a:spcPct val="100000"/>
              </a:lnSpc>
              <a:spcBef>
                <a:spcPts val="130"/>
              </a:spcBef>
            </a:pPr>
            <a:r>
              <a:rPr dirty="0"/>
              <a:t>Результаты</a:t>
            </a:r>
            <a:r>
              <a:rPr dirty="0" spc="-185"/>
              <a:t> </a:t>
            </a:r>
            <a:r>
              <a:rPr dirty="0" spc="-10"/>
              <a:t>Проекта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335597" y="1262951"/>
            <a:ext cx="1364615" cy="4489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750" b="1">
                <a:solidFill>
                  <a:srgbClr val="FF88AD"/>
                </a:solidFill>
                <a:latin typeface="Cambria"/>
                <a:cs typeface="Cambria"/>
              </a:rPr>
              <a:t>2</a:t>
            </a:r>
            <a:r>
              <a:rPr dirty="0" sz="2750" spc="35" b="1">
                <a:solidFill>
                  <a:srgbClr val="FF88AD"/>
                </a:solidFill>
                <a:latin typeface="Cambria"/>
                <a:cs typeface="Cambria"/>
              </a:rPr>
              <a:t> </a:t>
            </a:r>
            <a:r>
              <a:rPr dirty="0" sz="2750" spc="-10" b="1">
                <a:solidFill>
                  <a:srgbClr val="FF88AD"/>
                </a:solidFill>
                <a:latin typeface="Cambria"/>
                <a:cs typeface="Cambria"/>
              </a:rPr>
              <a:t>часть:</a:t>
            </a:r>
            <a:endParaRPr sz="2750">
              <a:latin typeface="Cambria"/>
              <a:cs typeface="Cambri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35597" y="1939607"/>
            <a:ext cx="4116070" cy="368935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354965" marR="1047115" indent="-342900">
              <a:lnSpc>
                <a:spcPct val="103000"/>
              </a:lnSpc>
              <a:spcBef>
                <a:spcPts val="70"/>
              </a:spcBef>
              <a:buFont typeface="Cambria"/>
              <a:buChar char="•"/>
              <a:tabLst>
                <a:tab pos="354965" algn="l"/>
              </a:tabLst>
            </a:pP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Круговая</a:t>
            </a:r>
            <a:r>
              <a:rPr dirty="0" sz="1550" spc="20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диаграмма</a:t>
            </a:r>
            <a:r>
              <a:rPr dirty="0" sz="1550" spc="19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spc="-50" b="1">
                <a:solidFill>
                  <a:srgbClr val="FFFFFF"/>
                </a:solidFill>
                <a:latin typeface="Cambria"/>
                <a:cs typeface="Cambria"/>
              </a:rPr>
              <a:t>—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распределение</a:t>
            </a:r>
            <a:r>
              <a:rPr dirty="0" sz="1550" spc="25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spc="-10" b="1">
                <a:solidFill>
                  <a:srgbClr val="FFFFFF"/>
                </a:solidFill>
                <a:latin typeface="Cambria"/>
                <a:cs typeface="Cambria"/>
              </a:rPr>
              <a:t>настроений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пользователя</a:t>
            </a:r>
            <a:r>
              <a:rPr dirty="0" sz="1550" spc="17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в</a:t>
            </a:r>
            <a:r>
              <a:rPr dirty="0" sz="1550" spc="10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spc="-10" b="1">
                <a:solidFill>
                  <a:srgbClr val="FFFFFF"/>
                </a:solidFill>
                <a:latin typeface="Cambria"/>
                <a:cs typeface="Cambria"/>
              </a:rPr>
              <a:t>процентах</a:t>
            </a:r>
            <a:endParaRPr sz="15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10"/>
              </a:spcBef>
              <a:buClr>
                <a:srgbClr val="FFFFFF"/>
              </a:buClr>
              <a:buFont typeface="Cambria"/>
              <a:buChar char="•"/>
            </a:pPr>
            <a:endParaRPr sz="1550">
              <a:latin typeface="Cambria"/>
              <a:cs typeface="Cambria"/>
            </a:endParaRPr>
          </a:p>
          <a:p>
            <a:pPr marL="354965" marR="650875" indent="-342900">
              <a:lnSpc>
                <a:spcPct val="100899"/>
              </a:lnSpc>
              <a:buFont typeface="Cambria"/>
              <a:buChar char="•"/>
              <a:tabLst>
                <a:tab pos="354965" algn="l"/>
              </a:tabLst>
            </a:pP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Линейный</a:t>
            </a:r>
            <a:r>
              <a:rPr dirty="0" sz="1550" spc="12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график</a:t>
            </a:r>
            <a:r>
              <a:rPr dirty="0" sz="1550" spc="14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—</a:t>
            </a:r>
            <a:r>
              <a:rPr dirty="0" sz="1550" spc="15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spc="-20" b="1">
                <a:solidFill>
                  <a:srgbClr val="FFFFFF"/>
                </a:solidFill>
                <a:latin typeface="Cambria"/>
                <a:cs typeface="Cambria"/>
              </a:rPr>
              <a:t>тренд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изменения</a:t>
            </a:r>
            <a:r>
              <a:rPr dirty="0" sz="1550" spc="13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настроения</a:t>
            </a:r>
            <a:r>
              <a:rPr dirty="0" sz="1550" spc="13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по</a:t>
            </a:r>
            <a:r>
              <a:rPr dirty="0" sz="1550" spc="14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spc="-20" b="1">
                <a:solidFill>
                  <a:srgbClr val="FFFFFF"/>
                </a:solidFill>
                <a:latin typeface="Cambria"/>
                <a:cs typeface="Cambria"/>
              </a:rPr>
              <a:t>дням</a:t>
            </a:r>
            <a:endParaRPr sz="15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Clr>
                <a:srgbClr val="FFFFFF"/>
              </a:buClr>
              <a:buFont typeface="Cambria"/>
              <a:buChar char="•"/>
            </a:pPr>
            <a:endParaRPr sz="1550">
              <a:latin typeface="Cambria"/>
              <a:cs typeface="Cambria"/>
            </a:endParaRPr>
          </a:p>
          <a:p>
            <a:pPr marL="354965" marR="5080" indent="-342900">
              <a:lnSpc>
                <a:spcPct val="104900"/>
              </a:lnSpc>
              <a:spcBef>
                <a:spcPts val="5"/>
              </a:spcBef>
              <a:buFont typeface="Cambria"/>
              <a:buChar char="•"/>
              <a:tabLst>
                <a:tab pos="354965" algn="l"/>
              </a:tabLst>
            </a:pP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Столбчатая</a:t>
            </a:r>
            <a:r>
              <a:rPr dirty="0" sz="1550" spc="7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диаграмма</a:t>
            </a:r>
            <a:r>
              <a:rPr dirty="0" sz="1550" spc="25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—</a:t>
            </a:r>
            <a:r>
              <a:rPr dirty="0" sz="1550" spc="18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spc="-10" b="1">
                <a:solidFill>
                  <a:srgbClr val="FFFFFF"/>
                </a:solidFill>
                <a:latin typeface="Cambria"/>
                <a:cs typeface="Cambria"/>
              </a:rPr>
              <a:t>активность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пользователя</a:t>
            </a:r>
            <a:r>
              <a:rPr dirty="0" sz="1550" spc="12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по</a:t>
            </a:r>
            <a:r>
              <a:rPr dirty="0" sz="1550" spc="13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времени</a:t>
            </a:r>
            <a:r>
              <a:rPr dirty="0" sz="1550" spc="10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суток</a:t>
            </a:r>
            <a:r>
              <a:rPr dirty="0" sz="1550" spc="18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spc="-10" b="1">
                <a:solidFill>
                  <a:srgbClr val="FFFFFF"/>
                </a:solidFill>
                <a:latin typeface="Cambria"/>
                <a:cs typeface="Cambria"/>
              </a:rPr>
              <a:t>(утро,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день,</a:t>
            </a:r>
            <a:r>
              <a:rPr dirty="0" sz="1550" spc="9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вечер,</a:t>
            </a:r>
            <a:r>
              <a:rPr dirty="0" sz="1550" spc="9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spc="-20" b="1">
                <a:solidFill>
                  <a:srgbClr val="FFFFFF"/>
                </a:solidFill>
                <a:latin typeface="Cambria"/>
                <a:cs typeface="Cambria"/>
              </a:rPr>
              <a:t>ночь)</a:t>
            </a:r>
            <a:endParaRPr sz="15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550">
              <a:latin typeface="Cambria"/>
              <a:cs typeface="Cambria"/>
            </a:endParaRPr>
          </a:p>
          <a:p>
            <a:pPr marL="12700" marR="615950">
              <a:lnSpc>
                <a:spcPct val="101000"/>
              </a:lnSpc>
            </a:pP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Все</a:t>
            </a:r>
            <a:r>
              <a:rPr dirty="0" sz="1550" spc="114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графики</a:t>
            </a:r>
            <a:r>
              <a:rPr dirty="0" sz="1550" spc="10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построены</a:t>
            </a:r>
            <a:r>
              <a:rPr dirty="0" sz="1550" spc="14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с</a:t>
            </a:r>
            <a:r>
              <a:rPr dirty="0" sz="1550" spc="5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spc="-10" b="1">
                <a:solidFill>
                  <a:srgbClr val="FFFFFF"/>
                </a:solidFill>
                <a:latin typeface="Cambria"/>
                <a:cs typeface="Cambria"/>
              </a:rPr>
              <a:t>помощью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библиотеки</a:t>
            </a:r>
            <a:r>
              <a:rPr dirty="0" sz="1550" spc="19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Chart.js.</a:t>
            </a:r>
            <a:r>
              <a:rPr dirty="0" sz="1550" spc="24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spc="-10" b="1">
                <a:solidFill>
                  <a:srgbClr val="FFFFFF"/>
                </a:solidFill>
                <a:latin typeface="Cambria"/>
                <a:cs typeface="Cambria"/>
              </a:rPr>
              <a:t>Данные</a:t>
            </a:r>
            <a:endParaRPr sz="1550">
              <a:latin typeface="Cambria"/>
              <a:cs typeface="Cambria"/>
            </a:endParaRPr>
          </a:p>
          <a:p>
            <a:pPr marL="12700" marR="828675">
              <a:lnSpc>
                <a:spcPct val="104900"/>
              </a:lnSpc>
              <a:spcBef>
                <a:spcPts val="5"/>
              </a:spcBef>
            </a:pP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обновляются</a:t>
            </a:r>
            <a:r>
              <a:rPr dirty="0" sz="1550" spc="26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автоматически</a:t>
            </a:r>
            <a:r>
              <a:rPr dirty="0" sz="1550" spc="24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spc="-25" b="1">
                <a:solidFill>
                  <a:srgbClr val="FFFFFF"/>
                </a:solidFill>
                <a:latin typeface="Cambria"/>
                <a:cs typeface="Cambria"/>
              </a:rPr>
              <a:t>при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добавлении</a:t>
            </a:r>
            <a:r>
              <a:rPr dirty="0" sz="1550" spc="17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новых</a:t>
            </a:r>
            <a:r>
              <a:rPr dirty="0" sz="1550" spc="19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spc="-10" b="1">
                <a:solidFill>
                  <a:srgbClr val="FFFFFF"/>
                </a:solidFill>
                <a:latin typeface="Cambria"/>
                <a:cs typeface="Cambria"/>
              </a:rPr>
              <a:t>записей.</a:t>
            </a:r>
            <a:endParaRPr sz="1550">
              <a:latin typeface="Cambria"/>
              <a:cs typeface="Cambri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62475" y="1238250"/>
            <a:ext cx="9172575" cy="64484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525" y="19050"/>
            <a:ext cx="1857375" cy="534035"/>
            <a:chOff x="9525" y="19050"/>
            <a:chExt cx="1857375" cy="534035"/>
          </a:xfrm>
        </p:grpSpPr>
        <p:sp>
          <p:nvSpPr>
            <p:cNvPr id="3" name="object 3" descr=""/>
            <p:cNvSpPr/>
            <p:nvPr/>
          </p:nvSpPr>
          <p:spPr>
            <a:xfrm>
              <a:off x="9525" y="19050"/>
              <a:ext cx="1847850" cy="523875"/>
            </a:xfrm>
            <a:custGeom>
              <a:avLst/>
              <a:gdLst/>
              <a:ahLst/>
              <a:cxnLst/>
              <a:rect l="l" t="t" r="r" b="b"/>
              <a:pathLst>
                <a:path w="1847850" h="523875">
                  <a:moveTo>
                    <a:pt x="1847850" y="0"/>
                  </a:moveTo>
                  <a:lnTo>
                    <a:pt x="0" y="0"/>
                  </a:lnTo>
                  <a:lnTo>
                    <a:pt x="0" y="523875"/>
                  </a:lnTo>
                  <a:lnTo>
                    <a:pt x="1847850" y="523875"/>
                  </a:lnTo>
                  <a:lnTo>
                    <a:pt x="18478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4287" y="23875"/>
              <a:ext cx="1847850" cy="523875"/>
            </a:xfrm>
            <a:custGeom>
              <a:avLst/>
              <a:gdLst/>
              <a:ahLst/>
              <a:cxnLst/>
              <a:rect l="l" t="t" r="r" b="b"/>
              <a:pathLst>
                <a:path w="1847850" h="523875">
                  <a:moveTo>
                    <a:pt x="0" y="523875"/>
                  </a:moveTo>
                  <a:lnTo>
                    <a:pt x="1847850" y="523875"/>
                  </a:lnTo>
                  <a:lnTo>
                    <a:pt x="1847850" y="0"/>
                  </a:lnTo>
                  <a:lnTo>
                    <a:pt x="0" y="0"/>
                  </a:lnTo>
                  <a:lnTo>
                    <a:pt x="0" y="5238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4286250">
              <a:lnSpc>
                <a:spcPct val="100000"/>
              </a:lnSpc>
              <a:spcBef>
                <a:spcPts val="130"/>
              </a:spcBef>
            </a:pPr>
            <a:r>
              <a:rPr dirty="0"/>
              <a:t>Результаты</a:t>
            </a:r>
            <a:r>
              <a:rPr dirty="0" spc="-185"/>
              <a:t> </a:t>
            </a:r>
            <a:r>
              <a:rPr dirty="0" spc="-10"/>
              <a:t>Проекта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335597" y="1262951"/>
            <a:ext cx="4140835" cy="65595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750" b="1">
                <a:solidFill>
                  <a:srgbClr val="FF88AD"/>
                </a:solidFill>
                <a:latin typeface="Cambria"/>
                <a:cs typeface="Cambria"/>
              </a:rPr>
              <a:t>3</a:t>
            </a:r>
            <a:r>
              <a:rPr dirty="0" sz="2750" spc="35" b="1">
                <a:solidFill>
                  <a:srgbClr val="FF88AD"/>
                </a:solidFill>
                <a:latin typeface="Cambria"/>
                <a:cs typeface="Cambria"/>
              </a:rPr>
              <a:t> </a:t>
            </a:r>
            <a:r>
              <a:rPr dirty="0" sz="2750" spc="-10" b="1">
                <a:solidFill>
                  <a:srgbClr val="FF88AD"/>
                </a:solidFill>
                <a:latin typeface="Cambria"/>
                <a:cs typeface="Cambria"/>
              </a:rPr>
              <a:t>часть:</a:t>
            </a:r>
            <a:endParaRPr sz="2750">
              <a:latin typeface="Cambria"/>
              <a:cs typeface="Cambria"/>
            </a:endParaRPr>
          </a:p>
          <a:p>
            <a:pPr marL="220345" indent="-207645">
              <a:lnSpc>
                <a:spcPct val="100000"/>
              </a:lnSpc>
              <a:spcBef>
                <a:spcPts val="2030"/>
              </a:spcBef>
              <a:buAutoNum type="arabicPeriod"/>
              <a:tabLst>
                <a:tab pos="220345" algn="l"/>
              </a:tabLst>
            </a:pP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Выполнение</a:t>
            </a:r>
            <a:r>
              <a:rPr dirty="0" sz="1550" spc="28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spc="-10" b="1">
                <a:solidFill>
                  <a:srgbClr val="FFFFFF"/>
                </a:solidFill>
                <a:latin typeface="Cambria"/>
                <a:cs typeface="Cambria"/>
              </a:rPr>
              <a:t>привычек</a:t>
            </a:r>
            <a:endParaRPr sz="1550">
              <a:latin typeface="Cambria"/>
              <a:cs typeface="Cambria"/>
            </a:endParaRPr>
          </a:p>
          <a:p>
            <a:pPr lvl="1" marL="354965" marR="612775" indent="-342900">
              <a:lnSpc>
                <a:spcPct val="101000"/>
              </a:lnSpc>
              <a:spcBef>
                <a:spcPts val="70"/>
              </a:spcBef>
              <a:buFont typeface="Cambria"/>
              <a:buChar char="•"/>
              <a:tabLst>
                <a:tab pos="354965" algn="l"/>
              </a:tabLst>
            </a:pP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Отображается</a:t>
            </a:r>
            <a:r>
              <a:rPr dirty="0" sz="1550" spc="24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список</a:t>
            </a:r>
            <a:r>
              <a:rPr dirty="0" sz="1550" spc="204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spc="-10" b="1">
                <a:solidFill>
                  <a:srgbClr val="FFFFFF"/>
                </a:solidFill>
                <a:latin typeface="Cambria"/>
                <a:cs typeface="Cambria"/>
              </a:rPr>
              <a:t>привычек пользователя</a:t>
            </a:r>
            <a:endParaRPr sz="155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spcBef>
                <a:spcPts val="215"/>
              </a:spcBef>
              <a:buClr>
                <a:srgbClr val="FFFFFF"/>
              </a:buClr>
              <a:buFont typeface="Cambria"/>
              <a:buChar char="•"/>
            </a:pPr>
            <a:endParaRPr sz="1550">
              <a:latin typeface="Cambria"/>
              <a:cs typeface="Cambria"/>
            </a:endParaRPr>
          </a:p>
          <a:p>
            <a:pPr lvl="1" marL="354965" marR="1102995" indent="-342900">
              <a:lnSpc>
                <a:spcPct val="100899"/>
              </a:lnSpc>
              <a:buFont typeface="Cambria"/>
              <a:buChar char="•"/>
              <a:tabLst>
                <a:tab pos="354965" algn="l"/>
              </a:tabLst>
            </a:pP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Рядом</a:t>
            </a:r>
            <a:r>
              <a:rPr dirty="0" sz="1550" spc="12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с</a:t>
            </a:r>
            <a:r>
              <a:rPr dirty="0" sz="1550" spc="10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каждой</a:t>
            </a:r>
            <a:r>
              <a:rPr dirty="0" sz="1550" spc="6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—</a:t>
            </a:r>
            <a:r>
              <a:rPr dirty="0" sz="1550" spc="9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spc="-10" b="1">
                <a:solidFill>
                  <a:srgbClr val="FFFFFF"/>
                </a:solidFill>
                <a:latin typeface="Cambria"/>
                <a:cs typeface="Cambria"/>
              </a:rPr>
              <a:t>процент выполнения</a:t>
            </a:r>
            <a:endParaRPr sz="155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spcBef>
                <a:spcPts val="55"/>
              </a:spcBef>
              <a:buClr>
                <a:srgbClr val="FFFFFF"/>
              </a:buClr>
              <a:buFont typeface="Cambria"/>
              <a:buChar char="•"/>
            </a:pPr>
            <a:endParaRPr sz="1550">
              <a:latin typeface="Cambria"/>
              <a:cs typeface="Cambria"/>
            </a:endParaRPr>
          </a:p>
          <a:p>
            <a:pPr lvl="1" marL="354965" marR="5080" indent="-342900">
              <a:lnSpc>
                <a:spcPct val="105000"/>
              </a:lnSpc>
              <a:spcBef>
                <a:spcPts val="5"/>
              </a:spcBef>
              <a:buFont typeface="Cambria"/>
              <a:buChar char="•"/>
              <a:tabLst>
                <a:tab pos="354965" algn="l"/>
              </a:tabLst>
            </a:pP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Данные</a:t>
            </a:r>
            <a:r>
              <a:rPr dirty="0" sz="1550" spc="229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визуализированы</a:t>
            </a:r>
            <a:r>
              <a:rPr dirty="0" sz="1550" spc="26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spc="-10" b="1">
                <a:solidFill>
                  <a:srgbClr val="FFFFFF"/>
                </a:solidFill>
                <a:latin typeface="Cambria"/>
                <a:cs typeface="Cambria"/>
              </a:rPr>
              <a:t>столбчатой диаграммой</a:t>
            </a:r>
            <a:endParaRPr sz="15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1550">
              <a:latin typeface="Cambria"/>
              <a:cs typeface="Cambria"/>
            </a:endParaRPr>
          </a:p>
          <a:p>
            <a:pPr marL="220345" indent="-207645">
              <a:lnSpc>
                <a:spcPct val="100000"/>
              </a:lnSpc>
              <a:spcBef>
                <a:spcPts val="5"/>
              </a:spcBef>
              <a:buAutoNum type="arabicPeriod" startAt="2"/>
              <a:tabLst>
                <a:tab pos="220345" algn="l"/>
              </a:tabLst>
            </a:pP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История</a:t>
            </a:r>
            <a:r>
              <a:rPr dirty="0" sz="1550" spc="14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spc="-10" b="1">
                <a:solidFill>
                  <a:srgbClr val="FFFFFF"/>
                </a:solidFill>
                <a:latin typeface="Cambria"/>
                <a:cs typeface="Cambria"/>
              </a:rPr>
              <a:t>записей</a:t>
            </a:r>
            <a:endParaRPr sz="1550">
              <a:latin typeface="Cambria"/>
              <a:cs typeface="Cambria"/>
            </a:endParaRPr>
          </a:p>
          <a:p>
            <a:pPr lvl="1" marL="354965" indent="-342265">
              <a:lnSpc>
                <a:spcPct val="100000"/>
              </a:lnSpc>
              <a:spcBef>
                <a:spcPts val="90"/>
              </a:spcBef>
              <a:buFont typeface="Cambria"/>
              <a:buChar char="•"/>
              <a:tabLst>
                <a:tab pos="354965" algn="l"/>
              </a:tabLst>
            </a:pP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Лента</a:t>
            </a:r>
            <a:r>
              <a:rPr dirty="0" sz="1550" spc="15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всех</a:t>
            </a:r>
            <a:r>
              <a:rPr dirty="0" sz="1550" spc="17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сохранённых</a:t>
            </a:r>
            <a:r>
              <a:rPr dirty="0" sz="1550" spc="7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spc="-10" b="1">
                <a:solidFill>
                  <a:srgbClr val="FFFFFF"/>
                </a:solidFill>
                <a:latin typeface="Cambria"/>
                <a:cs typeface="Cambria"/>
              </a:rPr>
              <a:t>записей</a:t>
            </a:r>
            <a:endParaRPr sz="155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spcBef>
                <a:spcPts val="60"/>
              </a:spcBef>
              <a:buClr>
                <a:srgbClr val="FFFFFF"/>
              </a:buClr>
              <a:buFont typeface="Cambria"/>
              <a:buChar char="•"/>
            </a:pPr>
            <a:endParaRPr sz="1550">
              <a:latin typeface="Cambria"/>
              <a:cs typeface="Cambria"/>
            </a:endParaRPr>
          </a:p>
          <a:p>
            <a:pPr lvl="1" marL="354965" marR="655955" indent="-342900">
              <a:lnSpc>
                <a:spcPct val="104900"/>
              </a:lnSpc>
              <a:spcBef>
                <a:spcPts val="5"/>
              </a:spcBef>
              <a:buFont typeface="Cambria"/>
              <a:buChar char="•"/>
              <a:tabLst>
                <a:tab pos="354965" algn="l"/>
              </a:tabLst>
            </a:pP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У</a:t>
            </a:r>
            <a:r>
              <a:rPr dirty="0" sz="1550" spc="16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каждой</a:t>
            </a:r>
            <a:r>
              <a:rPr dirty="0" sz="1550" spc="15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записи</a:t>
            </a:r>
            <a:r>
              <a:rPr dirty="0" sz="1550" spc="14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указаны:</a:t>
            </a:r>
            <a:r>
              <a:rPr dirty="0" sz="1550" spc="8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spc="-20" b="1">
                <a:solidFill>
                  <a:srgbClr val="FFFFFF"/>
                </a:solidFill>
                <a:latin typeface="Cambria"/>
                <a:cs typeface="Cambria"/>
              </a:rPr>
              <a:t>дата,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время,</a:t>
            </a:r>
            <a:r>
              <a:rPr dirty="0" sz="1550" spc="19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настроение,</a:t>
            </a:r>
            <a:r>
              <a:rPr dirty="0" sz="1550" spc="9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spc="-10" b="1">
                <a:solidFill>
                  <a:srgbClr val="FFFFFF"/>
                </a:solidFill>
                <a:latin typeface="Cambria"/>
                <a:cs typeface="Cambria"/>
              </a:rPr>
              <a:t>заметка</a:t>
            </a:r>
            <a:endParaRPr sz="155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spcBef>
                <a:spcPts val="130"/>
              </a:spcBef>
              <a:buClr>
                <a:srgbClr val="FFFFFF"/>
              </a:buClr>
              <a:buFont typeface="Cambria"/>
              <a:buChar char="•"/>
            </a:pPr>
            <a:endParaRPr sz="1550">
              <a:latin typeface="Cambria"/>
              <a:cs typeface="Cambria"/>
            </a:endParaRPr>
          </a:p>
          <a:p>
            <a:pPr lvl="1" marL="354965" marR="652780" indent="-342900">
              <a:lnSpc>
                <a:spcPct val="101000"/>
              </a:lnSpc>
              <a:buFont typeface="Cambria"/>
              <a:buChar char="•"/>
              <a:tabLst>
                <a:tab pos="354965" algn="l"/>
              </a:tabLst>
            </a:pP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Доступна</a:t>
            </a:r>
            <a:r>
              <a:rPr dirty="0" sz="1550" spc="11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фильтрация</a:t>
            </a:r>
            <a:r>
              <a:rPr dirty="0" sz="1550" spc="13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по</a:t>
            </a:r>
            <a:r>
              <a:rPr dirty="0" sz="1550" spc="14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дате</a:t>
            </a:r>
            <a:r>
              <a:rPr dirty="0" sz="1550" spc="13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spc="-50" b="1">
                <a:solidFill>
                  <a:srgbClr val="FFFFFF"/>
                </a:solidFill>
                <a:latin typeface="Cambria"/>
                <a:cs typeface="Cambria"/>
              </a:rPr>
              <a:t>и </a:t>
            </a:r>
            <a:r>
              <a:rPr dirty="0" sz="1550" spc="-10" b="1">
                <a:solidFill>
                  <a:srgbClr val="FFFFFF"/>
                </a:solidFill>
                <a:latin typeface="Cambria"/>
                <a:cs typeface="Cambria"/>
              </a:rPr>
              <a:t>настроению</a:t>
            </a:r>
            <a:endParaRPr sz="155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spcBef>
                <a:spcPts val="204"/>
              </a:spcBef>
              <a:buClr>
                <a:srgbClr val="FFFFFF"/>
              </a:buClr>
              <a:buFont typeface="Cambria"/>
              <a:buChar char="•"/>
            </a:pPr>
            <a:endParaRPr sz="1550">
              <a:latin typeface="Cambria"/>
              <a:cs typeface="Cambria"/>
            </a:endParaRPr>
          </a:p>
          <a:p>
            <a:pPr lvl="1" marL="354965" marR="320675" indent="-342900">
              <a:lnSpc>
                <a:spcPct val="101000"/>
              </a:lnSpc>
              <a:spcBef>
                <a:spcPts val="5"/>
              </a:spcBef>
              <a:buFont typeface="Cambria"/>
              <a:buChar char="•"/>
              <a:tabLst>
                <a:tab pos="354965" algn="l"/>
              </a:tabLst>
            </a:pP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Кнопки</a:t>
            </a:r>
            <a:r>
              <a:rPr dirty="0" sz="1550" spc="14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«Применить»</a:t>
            </a:r>
            <a:r>
              <a:rPr dirty="0" sz="1550" spc="7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и</a:t>
            </a:r>
            <a:r>
              <a:rPr dirty="0" sz="1550" spc="24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spc="-10" b="1">
                <a:solidFill>
                  <a:srgbClr val="FFFFFF"/>
                </a:solidFill>
                <a:latin typeface="Cambria"/>
                <a:cs typeface="Cambria"/>
              </a:rPr>
              <a:t>«Сбросить»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для</a:t>
            </a:r>
            <a:r>
              <a:rPr dirty="0" sz="1550" spc="14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управления</a:t>
            </a:r>
            <a:r>
              <a:rPr dirty="0" sz="1550" spc="15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spc="-10" b="1">
                <a:solidFill>
                  <a:srgbClr val="FFFFFF"/>
                </a:solidFill>
                <a:latin typeface="Cambria"/>
                <a:cs typeface="Cambria"/>
              </a:rPr>
              <a:t>фильтрами</a:t>
            </a:r>
            <a:endParaRPr sz="15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550">
              <a:latin typeface="Cambria"/>
              <a:cs typeface="Cambria"/>
            </a:endParaRPr>
          </a:p>
          <a:p>
            <a:pPr marL="12700" marR="107950">
              <a:lnSpc>
                <a:spcPct val="105000"/>
              </a:lnSpc>
              <a:spcBef>
                <a:spcPts val="5"/>
              </a:spcBef>
            </a:pP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В</a:t>
            </a:r>
            <a:r>
              <a:rPr dirty="0" sz="1550" spc="13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нижней</a:t>
            </a:r>
            <a:r>
              <a:rPr dirty="0" sz="1550" spc="17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части</a:t>
            </a:r>
            <a:r>
              <a:rPr dirty="0" sz="1550" spc="9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экрана</a:t>
            </a:r>
            <a:r>
              <a:rPr dirty="0" sz="1550" spc="8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указан</a:t>
            </a:r>
            <a:r>
              <a:rPr dirty="0" sz="1550" spc="10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вуз,</a:t>
            </a:r>
            <a:r>
              <a:rPr dirty="0" sz="1550" spc="12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spc="-10" b="1">
                <a:solidFill>
                  <a:srgbClr val="FFFFFF"/>
                </a:solidFill>
                <a:latin typeface="Cambria"/>
                <a:cs typeface="Cambria"/>
              </a:rPr>
              <a:t>автор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и</a:t>
            </a:r>
            <a:r>
              <a:rPr dirty="0" sz="1550" spc="7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год</a:t>
            </a:r>
            <a:r>
              <a:rPr dirty="0" sz="1550" spc="15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ambria"/>
                <a:cs typeface="Cambria"/>
              </a:rPr>
              <a:t>выполнения</a:t>
            </a:r>
            <a:r>
              <a:rPr dirty="0" sz="1550" spc="9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spc="-10" b="1">
                <a:solidFill>
                  <a:srgbClr val="FFFFFF"/>
                </a:solidFill>
                <a:latin typeface="Cambria"/>
                <a:cs typeface="Cambria"/>
              </a:rPr>
              <a:t>работы.</a:t>
            </a:r>
            <a:endParaRPr sz="1550">
              <a:latin typeface="Cambria"/>
              <a:cs typeface="Cambri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62475" y="1238250"/>
            <a:ext cx="9134475" cy="64389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4604">
              <a:lnSpc>
                <a:spcPct val="100000"/>
              </a:lnSpc>
              <a:spcBef>
                <a:spcPts val="130"/>
              </a:spcBef>
            </a:pPr>
            <a:r>
              <a:rPr dirty="0" b="0">
                <a:latin typeface="Microsoft Sans Serif"/>
                <a:cs typeface="Microsoft Sans Serif"/>
              </a:rPr>
              <a:t>Спасибо</a:t>
            </a:r>
            <a:r>
              <a:rPr dirty="0" spc="-180" b="0">
                <a:latin typeface="Microsoft Sans Serif"/>
                <a:cs typeface="Microsoft Sans Serif"/>
              </a:rPr>
              <a:t> </a:t>
            </a:r>
            <a:r>
              <a:rPr dirty="0" b="0">
                <a:latin typeface="Microsoft Sans Serif"/>
                <a:cs typeface="Microsoft Sans Serif"/>
              </a:rPr>
              <a:t>за</a:t>
            </a:r>
            <a:r>
              <a:rPr dirty="0" spc="-114" b="0">
                <a:latin typeface="Microsoft Sans Serif"/>
                <a:cs typeface="Microsoft Sans Serif"/>
              </a:rPr>
              <a:t> </a:t>
            </a:r>
            <a:r>
              <a:rPr dirty="0" spc="-10" b="0">
                <a:latin typeface="Microsoft Sans Serif"/>
                <a:cs typeface="Microsoft Sans Serif"/>
              </a:rPr>
              <a:t>внимание!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523990" y="3947795"/>
            <a:ext cx="1594485" cy="6553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100">
                <a:solidFill>
                  <a:srgbClr val="FF88AD"/>
                </a:solidFill>
                <a:latin typeface="Segoe UI Symbol"/>
                <a:cs typeface="Segoe UI Symbol"/>
              </a:rPr>
              <a:t>✦</a:t>
            </a:r>
            <a:r>
              <a:rPr dirty="0" sz="4100" spc="-5">
                <a:solidFill>
                  <a:srgbClr val="FF88AD"/>
                </a:solidFill>
                <a:latin typeface="Segoe UI Symbol"/>
                <a:cs typeface="Segoe UI Symbol"/>
              </a:rPr>
              <a:t> </a:t>
            </a:r>
            <a:r>
              <a:rPr dirty="0" sz="4100">
                <a:solidFill>
                  <a:srgbClr val="FF88AD"/>
                </a:solidFill>
                <a:latin typeface="Segoe UI Symbol"/>
                <a:cs typeface="Segoe UI Symbol"/>
              </a:rPr>
              <a:t>✧</a:t>
            </a:r>
            <a:r>
              <a:rPr dirty="0" sz="4100" spc="-5">
                <a:solidFill>
                  <a:srgbClr val="FF88AD"/>
                </a:solidFill>
                <a:latin typeface="Segoe UI Symbol"/>
                <a:cs typeface="Segoe UI Symbol"/>
              </a:rPr>
              <a:t> </a:t>
            </a:r>
            <a:r>
              <a:rPr dirty="0" sz="4100" spc="-50">
                <a:solidFill>
                  <a:srgbClr val="FF88AD"/>
                </a:solidFill>
                <a:latin typeface="Segoe UI Symbol"/>
                <a:cs typeface="Segoe UI Symbol"/>
              </a:rPr>
              <a:t>✦</a:t>
            </a:r>
            <a:endParaRPr sz="410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2026-05-21T18:25:00Z</dcterms:created>
  <dcterms:modified xsi:type="dcterms:W3CDTF">2026-05-21T18:25:00Z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2026-05-21T00:00:00Z</vt:filetime>
  </property>
  <property fmtid="{D5CDD505-2E9C-101B-9397-08002B2CF9AE}" pid="3" name="LastSaved">
    <vt:filetime>2026-05-21T00:00:00Z</vt:filetime>
  </property>
</Properties>
</file>